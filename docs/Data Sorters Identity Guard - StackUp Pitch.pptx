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4"/>
    <p:sldMasterId id="2147483648" r:id="rId5"/>
  </p:sldMasterIdLst>
  <p:notesMasterIdLst>
    <p:notesMasterId r:id="rId10"/>
  </p:notesMasterIdLst>
  <p:sldIdLst>
    <p:sldId id="2147479171" r:id="rId6"/>
    <p:sldId id="2147483558" r:id="rId7"/>
    <p:sldId id="2147483578" r:id="rId8"/>
    <p:sldId id="2147483577" r:id="rId9"/>
  </p:sldIdLst>
  <p:sldSz cx="12192000" cy="6858000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Sora" panose="020B060402020202020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22F930-6726-53DA-AA99-02AA8481A69C}" name="Elevsis Delgadillo" initials="" userId="S::elevsis@keenstack.com::36f9769d-107b-4735-867a-87b7d6ba93ec" providerId="AD"/>
  <p188:author id="{2D3A8388-CBC0-534A-71EE-E9AE6F3F76F6}" name="Amit Gupta" initials="" userId="S::amit@keenstack.com::0bbe7fe7-71a7-4ff3-b29b-f0f6662eaeb9" providerId="AD"/>
  <p188:author id="{9CE165F1-1CA4-6877-EABB-4B6AD8F7E4E6}" name="Emma Dicker" initials="ED" userId="S::emma@keenstack.com::b5010ae8-8437-44d1-9ff4-f75f04ec52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C8A0"/>
    <a:srgbClr val="62D84E"/>
    <a:srgbClr val="EAE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72D39-6E2D-F549-8E6A-38A72AD200C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8B7A-784A-294F-849B-3D027DC4C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7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8B7A-784A-294F-849B-3D027DC4C0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25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58B7A-784A-294F-849B-3D027DC4C0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3545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E9E8-A321-56FF-42C2-1E750934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5D98B-E071-CEE4-68B6-DD58D2343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D9D21-6AC0-D3AA-5EE0-6E3D3FC87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0622D-0395-B625-6421-EB007EB40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58B7A-784A-294F-849B-3D027DC4C0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9307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7421-7501-7AF8-E9D9-1B1B76129A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1122363"/>
            <a:ext cx="5410200" cy="2387600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66F0-C45A-FC65-A73A-22405687DD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3602038"/>
            <a:ext cx="5410200" cy="16557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5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 goes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AEB1CB-A9FB-A2FD-781B-2B2BA7144FBA}"/>
              </a:ext>
            </a:extLst>
          </p:cNvPr>
          <p:cNvCxnSpPr>
            <a:cxnSpLocks/>
          </p:cNvCxnSpPr>
          <p:nvPr userDrawn="1"/>
        </p:nvCxnSpPr>
        <p:spPr>
          <a:xfrm>
            <a:off x="685800" y="6400800"/>
            <a:ext cx="108204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5804F6F-287E-0308-B554-5250E586F8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4311"/>
            <a:ext cx="2213811" cy="33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2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7421-7501-7AF8-E9D9-1B1B76129A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1122363"/>
            <a:ext cx="5410200" cy="23876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66F0-C45A-FC65-A73A-22405687DD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3602038"/>
            <a:ext cx="5410200" cy="16557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 goes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AEB1CB-A9FB-A2FD-781B-2B2BA7144FBA}"/>
              </a:ext>
            </a:extLst>
          </p:cNvPr>
          <p:cNvCxnSpPr>
            <a:cxnSpLocks/>
          </p:cNvCxnSpPr>
          <p:nvPr userDrawn="1"/>
        </p:nvCxnSpPr>
        <p:spPr>
          <a:xfrm>
            <a:off x="685800" y="6400800"/>
            <a:ext cx="108204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5804F6F-287E-0308-B554-5250E586F8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85800" y="734311"/>
            <a:ext cx="2213811" cy="3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9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1005840"/>
            <a:ext cx="2417762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bg2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68FB-EC90-EF08-E4A8-4159D778EC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0" y="1161535"/>
            <a:ext cx="483137" cy="488091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E9A6F62-0579-E7CD-702A-3CBFE0759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9428" y="1166479"/>
            <a:ext cx="6400798" cy="488091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Topic Here</a:t>
            </a:r>
          </a:p>
        </p:txBody>
      </p:sp>
    </p:spTree>
    <p:extLst>
      <p:ext uri="{BB962C8B-B14F-4D97-AF65-F5344CB8AC3E}">
        <p14:creationId xmlns:p14="http://schemas.microsoft.com/office/powerpoint/2010/main" val="313211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Man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1005840"/>
            <a:ext cx="2417762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bg2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68FB-EC90-EF08-E4A8-4159D778EC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801" y="1828801"/>
            <a:ext cx="483476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E9A6F62-0579-E7CD-702A-3CBFE0759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4377" y="1828801"/>
            <a:ext cx="3973037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Topic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ED676B-44EF-B812-BCEC-0635EAA14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1828801"/>
            <a:ext cx="483476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EFB5734-A1FE-6836-AB6D-DD05507EA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4577" y="1828801"/>
            <a:ext cx="3973037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229332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1005840"/>
            <a:ext cx="2417762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68FB-EC90-EF08-E4A8-4159D778EC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0" y="1161535"/>
            <a:ext cx="483137" cy="488091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  <a:p>
            <a:pPr lvl="0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E9A6F62-0579-E7CD-702A-3CBFE0759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9428" y="1166479"/>
            <a:ext cx="6400798" cy="488091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Topic Here</a:t>
            </a:r>
          </a:p>
        </p:txBody>
      </p:sp>
    </p:spTree>
    <p:extLst>
      <p:ext uri="{BB962C8B-B14F-4D97-AF65-F5344CB8AC3E}">
        <p14:creationId xmlns:p14="http://schemas.microsoft.com/office/powerpoint/2010/main" val="413927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ight Man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1005840"/>
            <a:ext cx="2417762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tx1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68FB-EC90-EF08-E4A8-4159D778EC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801" y="1828801"/>
            <a:ext cx="483476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E9A6F62-0579-E7CD-702A-3CBFE0759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4377" y="1828801"/>
            <a:ext cx="3973037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Topic Here</a:t>
            </a:r>
          </a:p>
          <a:p>
            <a:pPr lvl="0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ED676B-44EF-B812-BCEC-0635EAA14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28801"/>
            <a:ext cx="483476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  <a:p>
            <a:pPr lvl="0"/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EFB5734-A1FE-6836-AB6D-DD05507EA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3268" y="1828801"/>
            <a:ext cx="3973037" cy="4381704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Topic Here</a:t>
            </a:r>
          </a:p>
        </p:txBody>
      </p:sp>
    </p:spTree>
    <p:extLst>
      <p:ext uri="{BB962C8B-B14F-4D97-AF65-F5344CB8AC3E}">
        <p14:creationId xmlns:p14="http://schemas.microsoft.com/office/powerpoint/2010/main" val="66379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quare with a curved edge  Description automatically generated">
            <a:extLst>
              <a:ext uri="{FF2B5EF4-FFF2-40B4-BE49-F238E27FC236}">
                <a16:creationId xmlns:a16="http://schemas.microsoft.com/office/drawing/2014/main" id="{13E818C7-15D5-F20E-02CF-5FB784ED0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877421-7501-7AF8-E9D9-1B1B76129A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90900" y="1122363"/>
            <a:ext cx="5410200" cy="2387600"/>
          </a:xfrm>
        </p:spPr>
        <p:txBody>
          <a:bodyPr lIns="0" tIns="0" rIns="0" bIns="0"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66F0-C45A-FC65-A73A-22405687DD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90900" y="3602038"/>
            <a:ext cx="5410200" cy="16557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None/>
              <a:defRPr sz="1800">
                <a:latin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subhead optional</a:t>
            </a:r>
          </a:p>
        </p:txBody>
      </p:sp>
    </p:spTree>
    <p:extLst>
      <p:ext uri="{BB962C8B-B14F-4D97-AF65-F5344CB8AC3E}">
        <p14:creationId xmlns:p14="http://schemas.microsoft.com/office/powerpoint/2010/main" val="1221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528B5-5D93-0558-F5F7-BF00937FB8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005841"/>
            <a:ext cx="2417762" cy="1206018"/>
          </a:xfrm>
        </p:spPr>
        <p:txBody>
          <a:bodyPr/>
          <a:lstStyle>
            <a:lvl1pPr marL="0" indent="0">
              <a:buNone/>
              <a:defRPr sz="96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125" y="1349357"/>
            <a:ext cx="4455867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bg2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78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70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ck 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3BEF58D-E097-DCDA-A6EC-BD2E347A460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85800" y="5943600"/>
            <a:ext cx="2213811" cy="332071"/>
          </a:xfrm>
          <a:prstGeom prst="rect">
            <a:avLst/>
          </a:prstGeom>
        </p:spPr>
      </p:pic>
      <p:pic>
        <p:nvPicPr>
          <p:cNvPr id="6" name="Picture 5" descr="A black and white striped background  Description automatically generated">
            <a:extLst>
              <a:ext uri="{FF2B5EF4-FFF2-40B4-BE49-F238E27FC236}">
                <a16:creationId xmlns:a16="http://schemas.microsoft.com/office/drawing/2014/main" id="{95A8BE08-F854-A570-6ABF-4301124D1B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62766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8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AE5060-F41D-0789-530D-E96935A7D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1A4B4B6-EE3A-949E-3113-8D026BB2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19379-CD45-5845-07D4-F12D0214DE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© 2025 </a:t>
            </a:r>
            <a:r>
              <a:rPr lang="en-US" err="1"/>
              <a:t>KeenStack</a:t>
            </a:r>
            <a:r>
              <a:rPr lang="en-US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91609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FB917-74F8-08E9-1450-BDCB33FBF3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39388F2-BA1B-4D0F-0A41-48EDCF29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D76B6E-D71B-F68E-11D4-C3528A175D1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2060575"/>
            <a:ext cx="10820400" cy="4111625"/>
          </a:xfrm>
        </p:spPr>
        <p:txBody>
          <a:bodyPr/>
          <a:lstStyle>
            <a:lvl1pPr>
              <a:defRPr b="0" i="0">
                <a:latin typeface="Open Sans" pitchFamily="2" charset="0"/>
                <a:cs typeface="Open Sans" pitchFamily="2" charset="0"/>
              </a:defRPr>
            </a:lvl1pPr>
            <a:lvl2pPr>
              <a:defRPr b="0" i="0">
                <a:latin typeface="Open Sans" pitchFamily="2" charset="0"/>
                <a:cs typeface="Open Sans" pitchFamily="2" charset="0"/>
              </a:defRPr>
            </a:lvl2pPr>
            <a:lvl3pPr>
              <a:defRPr b="0" i="0">
                <a:latin typeface="Open Sans" pitchFamily="2" charset="0"/>
                <a:cs typeface="Open Sans" pitchFamily="2" charset="0"/>
              </a:defRPr>
            </a:lvl3pPr>
            <a:lvl4pPr>
              <a:defRPr b="0" i="0">
                <a:latin typeface="Open Sans" pitchFamily="2" charset="0"/>
                <a:cs typeface="Open Sans" pitchFamily="2" charset="0"/>
              </a:defRPr>
            </a:lvl4pPr>
            <a:lvl5pPr>
              <a:defRPr b="0" i="0">
                <a:latin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4F978D-D229-1050-155E-4BE224FF62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04FD45-644C-F1A3-0020-00C3FD0B48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9713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7229-9789-0EED-B988-82A701366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095018"/>
            <a:ext cx="5334000" cy="4081944"/>
          </a:xfrm>
        </p:spPr>
        <p:txBody>
          <a:bodyPr/>
          <a:lstStyle>
            <a:lvl1pPr>
              <a:defRPr sz="18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F770FFE-37DD-912E-C816-5F047802E0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2D707E9-B419-BA87-CFD3-64735E0F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53340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3D40-285A-463E-0A6D-1646823F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9793D7-6778-6A34-BB35-9A55B52915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4896" y="1155192"/>
            <a:ext cx="4359540" cy="4048274"/>
          </a:xfrm>
          <a:prstGeom prst="roundRect">
            <a:avLst>
              <a:gd name="adj" fmla="val 5719"/>
            </a:avLst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Place Image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486C28-2270-BE3B-BBE9-A6B95F7E4E1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90493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839C2D-627B-E9FC-D1D4-495646C7D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489814"/>
            <a:ext cx="2377440" cy="31167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82E9C4-EAC2-CFAB-3D0C-D71D5E65701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438939" y="2489814"/>
            <a:ext cx="2377440" cy="31167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B19881-95EB-A2A5-2E8C-29A2D93FC2B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2078" y="2489814"/>
            <a:ext cx="2377440" cy="31167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ADC007-6333-30AF-8B00-EFFBF8E15C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945218" y="2489814"/>
            <a:ext cx="2377440" cy="31167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lnSpc>
                <a:spcPct val="100000"/>
              </a:lnSpc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C6DF3-4A38-669A-5C7A-B37E8BF28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2087065"/>
            <a:ext cx="2377440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3FF2535-2CE0-4E94-5CEE-B56A0A42E7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39422" y="2080921"/>
            <a:ext cx="2377440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1CA6502-572D-2ED7-DFBF-2786CFA683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9187" y="2087065"/>
            <a:ext cx="2377440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91A936F-E48E-CC18-15FA-C5175252B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45218" y="2080921"/>
            <a:ext cx="2385031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E0C57D7-80C5-CDBC-8483-E9C505F78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88A16F2F-FD03-2D2C-8B05-A81311E7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50EAA19-4150-6D8B-FFAD-1C8FFE7DFE1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6BEB67-4AB3-112B-E1A7-01FCC385DD5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41924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AE5060-F41D-0789-530D-E96935A7D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1A4B4B6-EE3A-949E-3113-8D026BB2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19379-CD45-5845-07D4-F12D0214DE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111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 We 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4C07D-CF7E-0597-881B-F70041D2FC2D}"/>
              </a:ext>
            </a:extLst>
          </p:cNvPr>
          <p:cNvSpPr txBox="1"/>
          <p:nvPr userDrawn="1"/>
        </p:nvSpPr>
        <p:spPr>
          <a:xfrm>
            <a:off x="685801" y="2231667"/>
            <a:ext cx="499912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>
                <a:latin typeface="Open Sans" pitchFamily="2" charset="0"/>
                <a:cs typeface="Open Sans" pitchFamily="2" charset="0"/>
              </a:rPr>
              <a:t>With deep technical expertise and a people-first approach, the </a:t>
            </a:r>
            <a:br>
              <a:rPr lang="en-US" sz="1200" b="0" i="0">
                <a:latin typeface="Open Sans" pitchFamily="2" charset="0"/>
                <a:cs typeface="Open Sans" pitchFamily="2" charset="0"/>
              </a:rPr>
            </a:br>
            <a:r>
              <a:rPr lang="en-US" sz="1200" b="0" i="0" err="1">
                <a:latin typeface="Open Sans" pitchFamily="2" charset="0"/>
                <a:cs typeface="Open Sans" pitchFamily="2" charset="0"/>
              </a:rPr>
              <a:t>KeenStack</a:t>
            </a:r>
            <a:r>
              <a:rPr lang="en-US" sz="1200" b="0" i="0">
                <a:latin typeface="Open Sans" pitchFamily="2" charset="0"/>
                <a:cs typeface="Open Sans" pitchFamily="2" charset="0"/>
              </a:rPr>
              <a:t> team is redefining how businesses succeed with ServiceNow.</a:t>
            </a:r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FC947B-17A8-59B9-5308-D0630CBFFE0C}"/>
              </a:ext>
            </a:extLst>
          </p:cNvPr>
          <p:cNvSpPr txBox="1"/>
          <p:nvPr userDrawn="1"/>
        </p:nvSpPr>
        <p:spPr>
          <a:xfrm>
            <a:off x="677562" y="1005840"/>
            <a:ext cx="460681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/>
              <a:t>Your Partner for Smart </a:t>
            </a:r>
            <a:br>
              <a:rPr lang="en-US" sz="3600"/>
            </a:br>
            <a:r>
              <a:rPr lang="en-US" sz="3600"/>
              <a:t>Digital Transformation</a:t>
            </a:r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B4D4A-A79C-DA21-F18F-A20286B26DBF}"/>
              </a:ext>
            </a:extLst>
          </p:cNvPr>
          <p:cNvSpPr txBox="1"/>
          <p:nvPr userDrawn="1"/>
        </p:nvSpPr>
        <p:spPr>
          <a:xfrm>
            <a:off x="6471393" y="2361174"/>
            <a:ext cx="2551670" cy="934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err="1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Thiru</a:t>
            </a: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0" i="0" u="none" strike="noStrike" err="1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Thangarathinam</a:t>
            </a:r>
            <a:br>
              <a:rPr lang="en-US" sz="1400"/>
            </a:br>
            <a:r>
              <a:rPr lang="en-US" sz="1050">
                <a:solidFill>
                  <a:schemeClr val="accent4"/>
                </a:solidFill>
              </a:rPr>
              <a:t>FOUNDER &amp; CHIEF EXECUTIVE OFFICER (CEO)</a:t>
            </a: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07356-464A-ED43-75FA-A14FF48E08D2}"/>
              </a:ext>
            </a:extLst>
          </p:cNvPr>
          <p:cNvSpPr txBox="1"/>
          <p:nvPr userDrawn="1"/>
        </p:nvSpPr>
        <p:spPr>
          <a:xfrm>
            <a:off x="9155697" y="2361173"/>
            <a:ext cx="2551670" cy="632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Amit Gupta</a:t>
            </a:r>
            <a:br>
              <a:rPr lang="en-US" sz="1400"/>
            </a:br>
            <a:r>
              <a:rPr lang="en-US" sz="1050">
                <a:solidFill>
                  <a:schemeClr val="accent4"/>
                </a:solidFill>
              </a:rPr>
              <a:t>SENIOR VICE PRESIDENT, DELIVERY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3A7A2-2DB0-4C24-ACFD-6C6C2EA57DE3}"/>
              </a:ext>
            </a:extLst>
          </p:cNvPr>
          <p:cNvSpPr txBox="1"/>
          <p:nvPr userDrawn="1"/>
        </p:nvSpPr>
        <p:spPr>
          <a:xfrm>
            <a:off x="9155697" y="4756859"/>
            <a:ext cx="2551670" cy="632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Emma Dicker</a:t>
            </a:r>
            <a:br>
              <a:rPr lang="en-US" sz="1400"/>
            </a:br>
            <a:r>
              <a:rPr lang="en-US" sz="1050">
                <a:solidFill>
                  <a:schemeClr val="accent4"/>
                </a:solidFill>
              </a:rPr>
              <a:t>SENIOR DIRECTOR, MARKETING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4F924C-AE59-753A-BBB6-33174982EFED}"/>
              </a:ext>
            </a:extLst>
          </p:cNvPr>
          <p:cNvSpPr txBox="1"/>
          <p:nvPr userDrawn="1"/>
        </p:nvSpPr>
        <p:spPr>
          <a:xfrm>
            <a:off x="6471393" y="4756859"/>
            <a:ext cx="2551670" cy="632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err="1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Elevsis</a:t>
            </a: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 Delgadillo</a:t>
            </a:r>
            <a:br>
              <a:rPr lang="en-US" sz="1400"/>
            </a:br>
            <a:r>
              <a:rPr lang="en-US" sz="1050">
                <a:solidFill>
                  <a:schemeClr val="accent4"/>
                </a:solidFill>
              </a:rPr>
              <a:t>SENIOR VICE PRESIDENT, CUSTOMER SUCCESS</a:t>
            </a:r>
          </a:p>
        </p:txBody>
      </p:sp>
      <p:pic>
        <p:nvPicPr>
          <p:cNvPr id="5" name="Picture 4" descr="A person in a suit  Description automatically generated">
            <a:extLst>
              <a:ext uri="{FF2B5EF4-FFF2-40B4-BE49-F238E27FC236}">
                <a16:creationId xmlns:a16="http://schemas.microsoft.com/office/drawing/2014/main" id="{39C52A3A-5DCB-7C2A-6792-5E64558A0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5849" y="991291"/>
            <a:ext cx="1342759" cy="1370162"/>
          </a:xfrm>
          <a:prstGeom prst="rect">
            <a:avLst/>
          </a:prstGeom>
        </p:spPr>
      </p:pic>
      <p:pic>
        <p:nvPicPr>
          <p:cNvPr id="18" name="Picture 17" descr="A person in a suit smiling  Description automatically generated">
            <a:extLst>
              <a:ext uri="{FF2B5EF4-FFF2-40B4-BE49-F238E27FC236}">
                <a16:creationId xmlns:a16="http://schemas.microsoft.com/office/drawing/2014/main" id="{6FDBBF02-6E00-7A8D-30B8-C535D5CA4A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5849" y="3386697"/>
            <a:ext cx="1342759" cy="1370162"/>
          </a:xfrm>
          <a:prstGeom prst="rect">
            <a:avLst/>
          </a:prstGeom>
        </p:spPr>
      </p:pic>
      <p:pic>
        <p:nvPicPr>
          <p:cNvPr id="20" name="Picture 19" descr="A person in a diamond shaped frame  Description automatically generated">
            <a:extLst>
              <a:ext uri="{FF2B5EF4-FFF2-40B4-BE49-F238E27FC236}">
                <a16:creationId xmlns:a16="http://schemas.microsoft.com/office/drawing/2014/main" id="{B959E7BF-3AA6-EF1B-F2E5-0612C3F542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0153" y="991291"/>
            <a:ext cx="1342759" cy="1370162"/>
          </a:xfrm>
          <a:prstGeom prst="rect">
            <a:avLst/>
          </a:prstGeom>
        </p:spPr>
      </p:pic>
      <p:pic>
        <p:nvPicPr>
          <p:cNvPr id="22" name="Picture 21" descr="A close-up of a person smiling  Description automatically generated">
            <a:extLst>
              <a:ext uri="{FF2B5EF4-FFF2-40B4-BE49-F238E27FC236}">
                <a16:creationId xmlns:a16="http://schemas.microsoft.com/office/drawing/2014/main" id="{3406CD1F-E1DF-794F-FA4E-2E0725BBCF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0153" y="3386697"/>
            <a:ext cx="1342759" cy="13701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6E7845-2861-D0B5-A609-30BEED4F24D2}"/>
              </a:ext>
            </a:extLst>
          </p:cNvPr>
          <p:cNvSpPr txBox="1"/>
          <p:nvPr userDrawn="1"/>
        </p:nvSpPr>
        <p:spPr>
          <a:xfrm>
            <a:off x="1512756" y="2877998"/>
            <a:ext cx="255167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Where to Find 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68DAA-A5F8-1396-4D9A-83EAA4A8B670}"/>
              </a:ext>
            </a:extLst>
          </p:cNvPr>
          <p:cNvSpPr txBox="1"/>
          <p:nvPr userDrawn="1"/>
        </p:nvSpPr>
        <p:spPr>
          <a:xfrm>
            <a:off x="685800" y="3934174"/>
            <a:ext cx="34829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112245"/>
                </a:solidFill>
                <a:effectLst/>
                <a:latin typeface="Roboto" panose="02000000000000000000" pitchFamily="2" charset="0"/>
              </a:rPr>
              <a:t>ServiceNow Partner Badges (TBD)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CD37D-FD47-09AD-C294-D22545EE6054}"/>
              </a:ext>
            </a:extLst>
          </p:cNvPr>
          <p:cNvSpPr txBox="1"/>
          <p:nvPr userDrawn="1"/>
        </p:nvSpPr>
        <p:spPr>
          <a:xfrm>
            <a:off x="1513710" y="3281215"/>
            <a:ext cx="21851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>
                <a:latin typeface="Open Sans" pitchFamily="2" charset="0"/>
                <a:cs typeface="Open Sans" pitchFamily="2" charset="0"/>
              </a:rPr>
              <a:t>Phoenix, Arizona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>
                <a:latin typeface="Open Sans" pitchFamily="2" charset="0"/>
                <a:cs typeface="Open Sans" pitchFamily="2" charset="0"/>
              </a:rPr>
              <a:t>India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EB7453B-ED17-A30E-ECF8-66E7EC67B20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85800" y="2985346"/>
            <a:ext cx="646330" cy="6463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B8C50-1F21-3771-622D-7560EC9B02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7391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3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16BF57E-3DA4-E6A6-A589-DFB1E2F70D3F}"/>
              </a:ext>
            </a:extLst>
          </p:cNvPr>
          <p:cNvSpPr/>
          <p:nvPr userDrawn="1"/>
        </p:nvSpPr>
        <p:spPr>
          <a:xfrm>
            <a:off x="4361615" y="1819306"/>
            <a:ext cx="3439633" cy="4120328"/>
          </a:xfrm>
          <a:prstGeom prst="roundRect">
            <a:avLst>
              <a:gd name="adj" fmla="val 64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EECA92D-D3CF-72D6-976D-52B9E192E42C}"/>
              </a:ext>
            </a:extLst>
          </p:cNvPr>
          <p:cNvSpPr/>
          <p:nvPr userDrawn="1"/>
        </p:nvSpPr>
        <p:spPr>
          <a:xfrm>
            <a:off x="8037430" y="1837391"/>
            <a:ext cx="3439633" cy="4120328"/>
          </a:xfrm>
          <a:prstGeom prst="roundRect">
            <a:avLst>
              <a:gd name="adj" fmla="val 64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473DA7-4750-3952-BF87-D35B282D47F2}"/>
              </a:ext>
            </a:extLst>
          </p:cNvPr>
          <p:cNvSpPr/>
          <p:nvPr userDrawn="1"/>
        </p:nvSpPr>
        <p:spPr>
          <a:xfrm>
            <a:off x="685800" y="1837391"/>
            <a:ext cx="3439633" cy="4120328"/>
          </a:xfrm>
          <a:prstGeom prst="roundRect">
            <a:avLst>
              <a:gd name="adj" fmla="val 649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839C2D-627B-E9FC-D1D4-495646C7D14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80567" y="3256424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C6DF3-4A38-669A-5C7A-B37E8BF28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567" y="2279987"/>
            <a:ext cx="2820965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E0C57D7-80C5-CDBC-8483-E9C505F78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88A16F2F-FD03-2D2C-8B05-A81311E7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50EAA19-4150-6D8B-FFAD-1C8FFE7DFE1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D183C89-6F26-E25D-BBF9-6E76DC2F17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80567" y="4221868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B9247CA-2042-EF0E-F883-ABF15FE92D8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80567" y="5192165"/>
            <a:ext cx="2820965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C1DE8-3492-B1F4-7686-3F0E0BA027D8}"/>
              </a:ext>
            </a:extLst>
          </p:cNvPr>
          <p:cNvSpPr txBox="1"/>
          <p:nvPr userDrawn="1"/>
        </p:nvSpPr>
        <p:spPr>
          <a:xfrm>
            <a:off x="980568" y="3017061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45EE06-76C5-7E4D-E94C-D54681A9B330}"/>
              </a:ext>
            </a:extLst>
          </p:cNvPr>
          <p:cNvSpPr txBox="1"/>
          <p:nvPr userDrawn="1"/>
        </p:nvSpPr>
        <p:spPr>
          <a:xfrm>
            <a:off x="980568" y="3978552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04D567-19A6-E255-F2C2-5A3EB722FC99}"/>
              </a:ext>
            </a:extLst>
          </p:cNvPr>
          <p:cNvSpPr txBox="1"/>
          <p:nvPr userDrawn="1"/>
        </p:nvSpPr>
        <p:spPr>
          <a:xfrm>
            <a:off x="980568" y="4967072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818721E-5F61-A974-D823-41E4A9455CAC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80567" y="5547765"/>
            <a:ext cx="2820965" cy="2418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99467E-4E70-FFC5-74A6-20C7679BD7FD}"/>
              </a:ext>
            </a:extLst>
          </p:cNvPr>
          <p:cNvSpPr txBox="1"/>
          <p:nvPr userDrawn="1"/>
        </p:nvSpPr>
        <p:spPr>
          <a:xfrm>
            <a:off x="980568" y="2083409"/>
            <a:ext cx="28318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 1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E62D3957-54D5-E717-1011-F9EEB34F88BC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670950" y="3256424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233E6D9E-9FB0-2834-F935-92172033C7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0950" y="2279987"/>
            <a:ext cx="2820965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36738D2-092F-E07F-2CE8-BAB81789727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670950" y="4221868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DD400A4-C314-D7A1-5E2F-BE0A35C268BC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670950" y="5192165"/>
            <a:ext cx="2820965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963F0-778B-4BA1-AB1D-10062D8CB891}"/>
              </a:ext>
            </a:extLst>
          </p:cNvPr>
          <p:cNvSpPr txBox="1"/>
          <p:nvPr userDrawn="1"/>
        </p:nvSpPr>
        <p:spPr>
          <a:xfrm>
            <a:off x="4670951" y="3017061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BF9252-B513-89D2-1088-93510F92C2A3}"/>
              </a:ext>
            </a:extLst>
          </p:cNvPr>
          <p:cNvSpPr txBox="1"/>
          <p:nvPr userDrawn="1"/>
        </p:nvSpPr>
        <p:spPr>
          <a:xfrm>
            <a:off x="4670951" y="3978552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4B942F-293C-5B6A-9F69-BBFF87C0B792}"/>
              </a:ext>
            </a:extLst>
          </p:cNvPr>
          <p:cNvSpPr txBox="1"/>
          <p:nvPr userDrawn="1"/>
        </p:nvSpPr>
        <p:spPr>
          <a:xfrm>
            <a:off x="4670951" y="4967072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872EA653-BD44-E9DA-23F8-65237AC34131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4670950" y="5547765"/>
            <a:ext cx="2820965" cy="2418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D53C9-636E-92DA-283F-B6A04282E2AF}"/>
              </a:ext>
            </a:extLst>
          </p:cNvPr>
          <p:cNvSpPr txBox="1"/>
          <p:nvPr userDrawn="1"/>
        </p:nvSpPr>
        <p:spPr>
          <a:xfrm>
            <a:off x="4670951" y="2083409"/>
            <a:ext cx="28318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 2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CA5A8824-63D7-C69C-C7C5-E0E0BAC5AC92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8361334" y="3266910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C74CDBB2-139D-B4FB-4F66-B804FCEFC7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1334" y="2290473"/>
            <a:ext cx="2820965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B94D8E19-60E0-D0B7-1D3B-76A2D6F6D3F5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8361334" y="4232354"/>
            <a:ext cx="2820965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913519A-3674-4CFD-24DF-EFD27F93DB60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8361334" y="5202651"/>
            <a:ext cx="2820965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826346-2CD5-9C7C-291B-6B4DD033E4ED}"/>
              </a:ext>
            </a:extLst>
          </p:cNvPr>
          <p:cNvSpPr txBox="1"/>
          <p:nvPr userDrawn="1"/>
        </p:nvSpPr>
        <p:spPr>
          <a:xfrm>
            <a:off x="8361335" y="3027547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931B25-FED6-E8E7-9666-B8113C8CD96B}"/>
              </a:ext>
            </a:extLst>
          </p:cNvPr>
          <p:cNvSpPr txBox="1"/>
          <p:nvPr userDrawn="1"/>
        </p:nvSpPr>
        <p:spPr>
          <a:xfrm>
            <a:off x="8361335" y="3989038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FE1679-D1BA-D984-D1B4-B05A9CE39F27}"/>
              </a:ext>
            </a:extLst>
          </p:cNvPr>
          <p:cNvSpPr txBox="1"/>
          <p:nvPr userDrawn="1"/>
        </p:nvSpPr>
        <p:spPr>
          <a:xfrm>
            <a:off x="8361335" y="4977558"/>
            <a:ext cx="28318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B0D88B3A-9036-EAD5-6236-E466B6507FD9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8361334" y="5558251"/>
            <a:ext cx="2820965" cy="2418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F8EE4-9FD7-C2AC-DFE2-339C82C0BE98}"/>
              </a:ext>
            </a:extLst>
          </p:cNvPr>
          <p:cNvSpPr txBox="1"/>
          <p:nvPr userDrawn="1"/>
        </p:nvSpPr>
        <p:spPr>
          <a:xfrm>
            <a:off x="8361335" y="2093895"/>
            <a:ext cx="28318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 3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3DEA1-F7CA-5DE0-642E-56C332A3A30B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331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2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053BD8C-0EA0-93B5-13D0-F0F5478C846A}"/>
              </a:ext>
            </a:extLst>
          </p:cNvPr>
          <p:cNvSpPr/>
          <p:nvPr userDrawn="1"/>
        </p:nvSpPr>
        <p:spPr>
          <a:xfrm>
            <a:off x="685797" y="1837391"/>
            <a:ext cx="5212080" cy="4120328"/>
          </a:xfrm>
          <a:prstGeom prst="roundRect">
            <a:avLst>
              <a:gd name="adj" fmla="val 608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28D4101-029A-2544-CC26-DD1BD38C63DB}"/>
              </a:ext>
            </a:extLst>
          </p:cNvPr>
          <p:cNvSpPr/>
          <p:nvPr userDrawn="1"/>
        </p:nvSpPr>
        <p:spPr>
          <a:xfrm>
            <a:off x="6294120" y="1837391"/>
            <a:ext cx="5212080" cy="4120328"/>
          </a:xfrm>
          <a:prstGeom prst="roundRect">
            <a:avLst>
              <a:gd name="adj" fmla="val 608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839C2D-627B-E9FC-D1D4-495646C7D14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80567" y="3194639"/>
            <a:ext cx="4629401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C6DF3-4A38-669A-5C7A-B37E8BF28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567" y="2279987"/>
            <a:ext cx="4629401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E0C57D7-80C5-CDBC-8483-E9C505F78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88A16F2F-FD03-2D2C-8B05-A81311E7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50EAA19-4150-6D8B-FFAD-1C8FFE7DFE1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D183C89-6F26-E25D-BBF9-6E76DC2F17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80567" y="4098298"/>
            <a:ext cx="4629401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B9247CA-2042-EF0E-F883-ABF15FE92D8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80567" y="5006810"/>
            <a:ext cx="4629401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C1DE8-3492-B1F4-7686-3F0E0BA027D8}"/>
              </a:ext>
            </a:extLst>
          </p:cNvPr>
          <p:cNvSpPr txBox="1"/>
          <p:nvPr userDrawn="1"/>
        </p:nvSpPr>
        <p:spPr>
          <a:xfrm>
            <a:off x="980567" y="2955276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45EE06-76C5-7E4D-E94C-D54681A9B330}"/>
              </a:ext>
            </a:extLst>
          </p:cNvPr>
          <p:cNvSpPr txBox="1"/>
          <p:nvPr userDrawn="1"/>
        </p:nvSpPr>
        <p:spPr>
          <a:xfrm>
            <a:off x="980567" y="3854982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04D567-19A6-E255-F2C2-5A3EB722FC99}"/>
              </a:ext>
            </a:extLst>
          </p:cNvPr>
          <p:cNvSpPr txBox="1"/>
          <p:nvPr userDrawn="1"/>
        </p:nvSpPr>
        <p:spPr>
          <a:xfrm>
            <a:off x="980567" y="4781717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818721E-5F61-A974-D823-41E4A9455CAC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80567" y="5362410"/>
            <a:ext cx="4629401" cy="46630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99467E-4E70-FFC5-74A6-20C7679BD7FD}"/>
              </a:ext>
            </a:extLst>
          </p:cNvPr>
          <p:cNvSpPr txBox="1"/>
          <p:nvPr userDrawn="1"/>
        </p:nvSpPr>
        <p:spPr>
          <a:xfrm>
            <a:off x="980567" y="2083409"/>
            <a:ext cx="464734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 1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E62D3957-54D5-E717-1011-F9EEB34F88BC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588890" y="3194639"/>
            <a:ext cx="4622543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233E6D9E-9FB0-2834-F935-92172033C7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890" y="2279987"/>
            <a:ext cx="4622543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36738D2-092F-E07F-2CE8-BAB81789727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588890" y="4098298"/>
            <a:ext cx="4622543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DD400A4-C314-D7A1-5E2F-BE0A35C268BC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6588890" y="5006810"/>
            <a:ext cx="4622543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963F0-778B-4BA1-AB1D-10062D8CB891}"/>
              </a:ext>
            </a:extLst>
          </p:cNvPr>
          <p:cNvSpPr txBox="1"/>
          <p:nvPr userDrawn="1"/>
        </p:nvSpPr>
        <p:spPr>
          <a:xfrm>
            <a:off x="6588891" y="2955276"/>
            <a:ext cx="464045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BF9252-B513-89D2-1088-93510F92C2A3}"/>
              </a:ext>
            </a:extLst>
          </p:cNvPr>
          <p:cNvSpPr txBox="1"/>
          <p:nvPr userDrawn="1"/>
        </p:nvSpPr>
        <p:spPr>
          <a:xfrm>
            <a:off x="6588891" y="3854982"/>
            <a:ext cx="464045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4B942F-293C-5B6A-9F69-BBFF87C0B792}"/>
              </a:ext>
            </a:extLst>
          </p:cNvPr>
          <p:cNvSpPr txBox="1"/>
          <p:nvPr userDrawn="1"/>
        </p:nvSpPr>
        <p:spPr>
          <a:xfrm>
            <a:off x="6588891" y="4781717"/>
            <a:ext cx="464045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872EA653-BD44-E9DA-23F8-65237AC34131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588890" y="5362410"/>
            <a:ext cx="4622543" cy="46630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D53C9-636E-92DA-283F-B6A04282E2AF}"/>
              </a:ext>
            </a:extLst>
          </p:cNvPr>
          <p:cNvSpPr txBox="1"/>
          <p:nvPr userDrawn="1"/>
        </p:nvSpPr>
        <p:spPr>
          <a:xfrm>
            <a:off x="6588891" y="2083409"/>
            <a:ext cx="464045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 2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C4167-B0A3-C8B2-51E2-02C01EDB040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3717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473DA7-4750-3952-BF87-D35B282D47F2}"/>
              </a:ext>
            </a:extLst>
          </p:cNvPr>
          <p:cNvSpPr/>
          <p:nvPr userDrawn="1"/>
        </p:nvSpPr>
        <p:spPr>
          <a:xfrm>
            <a:off x="685797" y="1837391"/>
            <a:ext cx="5212080" cy="4120328"/>
          </a:xfrm>
          <a:prstGeom prst="roundRect">
            <a:avLst>
              <a:gd name="adj" fmla="val 608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839C2D-627B-E9FC-D1D4-495646C7D14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80567" y="3194639"/>
            <a:ext cx="4629401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C6DF3-4A38-669A-5C7A-B37E8BF28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567" y="2279987"/>
            <a:ext cx="4629401" cy="35519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Headline (Key outcome in one line)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E0C57D7-80C5-CDBC-8483-E9C505F78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88A16F2F-FD03-2D2C-8B05-A81311E7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50EAA19-4150-6D8B-FFAD-1C8FFE7DFE1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D183C89-6F26-E25D-BBF9-6E76DC2F17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80567" y="4098298"/>
            <a:ext cx="4629401" cy="6255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 here. 1-2 sentences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B9247CA-2042-EF0E-F883-ABF15FE92D8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80567" y="5006810"/>
            <a:ext cx="4629401" cy="37077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 b="1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Stat or Callout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C1DE8-3492-B1F4-7686-3F0E0BA027D8}"/>
              </a:ext>
            </a:extLst>
          </p:cNvPr>
          <p:cNvSpPr txBox="1"/>
          <p:nvPr userDrawn="1"/>
        </p:nvSpPr>
        <p:spPr>
          <a:xfrm>
            <a:off x="980567" y="2955276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CHALLENGE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45EE06-76C5-7E4D-E94C-D54681A9B330}"/>
              </a:ext>
            </a:extLst>
          </p:cNvPr>
          <p:cNvSpPr txBox="1"/>
          <p:nvPr userDrawn="1"/>
        </p:nvSpPr>
        <p:spPr>
          <a:xfrm>
            <a:off x="980567" y="3854982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SOLUTION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04D567-19A6-E255-F2C2-5A3EB722FC99}"/>
              </a:ext>
            </a:extLst>
          </p:cNvPr>
          <p:cNvSpPr txBox="1"/>
          <p:nvPr userDrawn="1"/>
        </p:nvSpPr>
        <p:spPr>
          <a:xfrm>
            <a:off x="980567" y="4781717"/>
            <a:ext cx="464734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RESULTS</a:t>
            </a:r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818721E-5F61-A974-D823-41E4A9455CAC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80567" y="5362410"/>
            <a:ext cx="4629401" cy="46630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050" b="0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Short description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99467E-4E70-FFC5-74A6-20C7679BD7FD}"/>
              </a:ext>
            </a:extLst>
          </p:cNvPr>
          <p:cNvSpPr txBox="1"/>
          <p:nvPr userDrawn="1"/>
        </p:nvSpPr>
        <p:spPr>
          <a:xfrm>
            <a:off x="980567" y="2083409"/>
            <a:ext cx="464734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accent4"/>
                </a:solidFill>
              </a:rPr>
              <a:t>CASE STUDY</a:t>
            </a:r>
            <a:endParaRPr lang="en-US" sz="1100">
              <a:solidFill>
                <a:schemeClr val="accent4"/>
              </a:solidFill>
            </a:endParaRP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31E3A9DA-A2AA-37FC-D001-F1F6DCF570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1893" y="1873418"/>
            <a:ext cx="4359540" cy="4048274"/>
          </a:xfrm>
          <a:prstGeom prst="roundRect">
            <a:avLst>
              <a:gd name="adj" fmla="val 5719"/>
            </a:avLst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Place Image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F2F72-32E2-D478-EB65-6E5CEE84642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045260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BE0929-804E-6966-A7CC-A4261EF903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FE65AE-321D-DDAE-67B4-E5DF377ED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195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F386-598B-964E-ABB5-F96918DE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F70F-9DF1-C846-84F8-0C243B6F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172" y="1664209"/>
            <a:ext cx="11191625" cy="4185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282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528B5-5D93-0558-F5F7-BF00937FB8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005841"/>
            <a:ext cx="2417762" cy="1206018"/>
          </a:xfrm>
        </p:spPr>
        <p:txBody>
          <a:bodyPr/>
          <a:lstStyle>
            <a:lvl1pPr marL="0" indent="0">
              <a:buNone/>
              <a:defRPr sz="96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35FB6B-F97F-0A2E-A552-61A97D64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125" y="1349357"/>
            <a:ext cx="4455867" cy="518985"/>
          </a:xfrm>
        </p:spPr>
        <p:txBody>
          <a:bodyPr/>
          <a:lstStyle>
            <a:lvl1pPr marL="0" indent="0">
              <a:buNone/>
              <a:defRPr sz="4400">
                <a:ln>
                  <a:noFill/>
                </a:ln>
                <a:solidFill>
                  <a:schemeClr val="bg2"/>
                </a:solidFill>
              </a:defRPr>
            </a:lvl1pPr>
            <a:lvl2pPr>
              <a:defRPr>
                <a:ln>
                  <a:noFill/>
                </a:ln>
              </a:defRPr>
            </a:lvl2pPr>
            <a:lvl3pPr>
              <a:defRPr>
                <a:ln>
                  <a:noFill/>
                </a:ln>
              </a:defRPr>
            </a:lvl3pPr>
            <a:lvl4pPr>
              <a:defRPr>
                <a:ln>
                  <a:noFill/>
                </a:ln>
              </a:defRPr>
            </a:lvl4pPr>
            <a:lvl5pPr>
              <a:defRPr>
                <a:ln>
                  <a:noFill/>
                </a:ln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D5DCD-8832-1C2B-9F42-759F3AA2F856}"/>
              </a:ext>
            </a:extLst>
          </p:cNvPr>
          <p:cNvCxnSpPr/>
          <p:nvPr userDrawn="1"/>
        </p:nvCxnSpPr>
        <p:spPr>
          <a:xfrm>
            <a:off x="685800" y="914400"/>
            <a:ext cx="2417762" cy="0"/>
          </a:xfrm>
          <a:prstGeom prst="line">
            <a:avLst/>
          </a:prstGeom>
          <a:ln w="2222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01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C6257-F59B-E8EB-4C38-8171AF56B9BD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66F0-C45A-FC65-A73A-22405687DD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3602038"/>
            <a:ext cx="5410200" cy="16557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 goes here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804F6F-287E-0308-B554-5250E586F88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85800" y="734311"/>
            <a:ext cx="2213811" cy="3320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877421-7501-7AF8-E9D9-1B1B76129A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1122363"/>
            <a:ext cx="5410200" cy="2387600"/>
          </a:xfrm>
        </p:spPr>
        <p:txBody>
          <a:bodyPr lIns="0" tIns="0" rIns="0" bIns="0" anchor="b">
            <a:no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/>
              <a:t>Title of Presentation</a:t>
            </a:r>
          </a:p>
        </p:txBody>
      </p:sp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1889300B-BF0F-0790-DB1A-4580FE8408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9176" y="-2"/>
            <a:ext cx="11014791" cy="7554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8082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Headlin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3"/>
          <p:cNvSpPr/>
          <p:nvPr/>
        </p:nvSpPr>
        <p:spPr>
          <a:xfrm>
            <a:off x="0" y="6227174"/>
            <a:ext cx="12192000" cy="630826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C183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ECF0F7"/>
                </a:solidFill>
              </a:defRPr>
            </a:pPr>
            <a:endParaRPr/>
          </a:p>
        </p:txBody>
      </p:sp>
      <p:sp>
        <p:nvSpPr>
          <p:cNvPr id="176" name="Straight Connector 8"/>
          <p:cNvSpPr/>
          <p:nvPr/>
        </p:nvSpPr>
        <p:spPr>
          <a:xfrm>
            <a:off x="685800" y="6227174"/>
            <a:ext cx="10820400" cy="1"/>
          </a:xfrm>
          <a:prstGeom prst="line">
            <a:avLst/>
          </a:prstGeom>
          <a:ln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7" name="Graphic 9" descr="Graphic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8" y="6442624"/>
            <a:ext cx="1371601" cy="20574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5"/>
          <p:cNvSpPr/>
          <p:nvPr/>
        </p:nvSpPr>
        <p:spPr>
          <a:xfrm>
            <a:off x="11291196" y="6475111"/>
            <a:ext cx="1" cy="139090"/>
          </a:xfrm>
          <a:prstGeom prst="line">
            <a:avLst/>
          </a:prstGeom>
          <a:ln w="635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5800" y="685800"/>
            <a:ext cx="4089718" cy="3159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FontTx/>
              <a:buNone/>
              <a:defRPr sz="140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0" indent="457200">
              <a:buSzTx/>
              <a:buFontTx/>
              <a:buNone/>
              <a:defRPr sz="140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2pPr>
            <a:lvl3pPr marL="0" indent="914400">
              <a:buSzTx/>
              <a:buFontTx/>
              <a:buNone/>
              <a:defRPr sz="140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3pPr>
            <a:lvl4pPr marL="0" indent="1371600">
              <a:buSzTx/>
              <a:buFontTx/>
              <a:buNone/>
              <a:defRPr sz="140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4pPr>
            <a:lvl5pPr marL="0" indent="1828800">
              <a:buSzTx/>
              <a:buFontTx/>
              <a:buNone/>
              <a:defRPr sz="1400">
                <a:solidFill>
                  <a:schemeClr val="accent4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5pPr>
          </a:lstStyle>
          <a:p>
            <a:r>
              <a:t>SHORT EYEBROW IN CAPS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1" name="Title Text"/>
          <p:cNvSpPr txBox="1">
            <a:spLocks noGrp="1"/>
          </p:cNvSpPr>
          <p:nvPr>
            <p:ph type="title"/>
          </p:nvPr>
        </p:nvSpPr>
        <p:spPr>
          <a:xfrm>
            <a:off x="685800" y="1005839"/>
            <a:ext cx="10820400" cy="91440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66362" y="6475112"/>
            <a:ext cx="139837" cy="127001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900">
                <a:solidFill>
                  <a:schemeClr val="accent3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9140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AE5060-F41D-0789-530D-E96935A7D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1A4B4B6-EE3A-949E-3113-8D026BB2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19379-CD45-5845-07D4-F12D0214DE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© 2025 </a:t>
            </a:r>
            <a:r>
              <a:rPr lang="en-US" err="1"/>
              <a:t>KeenStack</a:t>
            </a:r>
            <a:r>
              <a:rPr lang="en-US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784562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CAE5060-F41D-0789-530D-E96935A7D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685800"/>
            <a:ext cx="4089718" cy="31591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1A4B4B6-EE3A-949E-3113-8D026BB2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19379-CD45-5845-07D4-F12D0214DE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© 2025 KeenStack.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629031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575A6-7EE6-C536-D91F-6A6EE5A5DB02}"/>
              </a:ext>
            </a:extLst>
          </p:cNvPr>
          <p:cNvSpPr txBox="1"/>
          <p:nvPr userDrawn="1"/>
        </p:nvSpPr>
        <p:spPr>
          <a:xfrm>
            <a:off x="9153234" y="6435115"/>
            <a:ext cx="2278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© 2026 </a:t>
            </a:r>
            <a:r>
              <a:rPr lang="en-US" sz="800" b="0" i="0" kern="1200" err="1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233F6-6E27-B523-B825-61673364CF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930" y="527844"/>
            <a:ext cx="4089718" cy="254794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0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2pPr>
            <a:lvl3pPr marL="9144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3pPr>
            <a:lvl4pPr marL="13716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4pPr>
            <a:lvl5pPr marL="1828800" indent="0" algn="l">
              <a:buFontTx/>
              <a:buNone/>
              <a:defRPr sz="1400" b="1" i="0">
                <a:solidFill>
                  <a:schemeClr val="accent4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5pPr>
          </a:lstStyle>
          <a:p>
            <a:pPr lvl="0"/>
            <a:r>
              <a:rPr lang="en-US"/>
              <a:t>SHORT EYEBROW IN CAPS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7C955D2-625D-FB7D-6D2A-BF4DEB45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86" y="975607"/>
            <a:ext cx="9155481" cy="10197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943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4 Items + Icon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CA059B-29CD-B8FB-BBBB-F3BDB00F8102}"/>
              </a:ext>
            </a:extLst>
          </p:cNvPr>
          <p:cNvSpPr/>
          <p:nvPr userDrawn="1"/>
        </p:nvSpPr>
        <p:spPr>
          <a:xfrm>
            <a:off x="3262849" y="2464163"/>
            <a:ext cx="2796104" cy="356856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72799D4-2A5F-FCDD-0CCB-DA5721A63905}"/>
              </a:ext>
            </a:extLst>
          </p:cNvPr>
          <p:cNvSpPr/>
          <p:nvPr userDrawn="1"/>
        </p:nvSpPr>
        <p:spPr>
          <a:xfrm>
            <a:off x="6096001" y="2464163"/>
            <a:ext cx="2796104" cy="356856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021FB1-3D67-6EEA-7645-3C675EED040C}"/>
              </a:ext>
            </a:extLst>
          </p:cNvPr>
          <p:cNvSpPr/>
          <p:nvPr userDrawn="1"/>
        </p:nvSpPr>
        <p:spPr>
          <a:xfrm>
            <a:off x="8929152" y="2464163"/>
            <a:ext cx="2796104" cy="356856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9A9192D-8A57-CD4B-DAD8-971E80591962}"/>
              </a:ext>
            </a:extLst>
          </p:cNvPr>
          <p:cNvSpPr/>
          <p:nvPr userDrawn="1"/>
        </p:nvSpPr>
        <p:spPr>
          <a:xfrm>
            <a:off x="3399095" y="2629845"/>
            <a:ext cx="2520576" cy="3294862"/>
          </a:xfrm>
          <a:prstGeom prst="roundRect">
            <a:avLst>
              <a:gd name="adj" fmla="val 340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0A1C7B4-691D-608D-39B9-53BD61EBD19D}"/>
              </a:ext>
            </a:extLst>
          </p:cNvPr>
          <p:cNvSpPr/>
          <p:nvPr userDrawn="1"/>
        </p:nvSpPr>
        <p:spPr>
          <a:xfrm>
            <a:off x="6240536" y="2629845"/>
            <a:ext cx="2520576" cy="3294862"/>
          </a:xfrm>
          <a:prstGeom prst="roundRect">
            <a:avLst>
              <a:gd name="adj" fmla="val 340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6FE127C-8769-A62F-A437-F8D5BBF8EA91}"/>
              </a:ext>
            </a:extLst>
          </p:cNvPr>
          <p:cNvSpPr/>
          <p:nvPr userDrawn="1"/>
        </p:nvSpPr>
        <p:spPr>
          <a:xfrm>
            <a:off x="9089534" y="2629845"/>
            <a:ext cx="2520576" cy="3294862"/>
          </a:xfrm>
          <a:prstGeom prst="roundRect">
            <a:avLst>
              <a:gd name="adj" fmla="val 340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C64195-0F6F-7C30-5964-553B30CE207B}"/>
              </a:ext>
            </a:extLst>
          </p:cNvPr>
          <p:cNvSpPr/>
          <p:nvPr userDrawn="1"/>
        </p:nvSpPr>
        <p:spPr>
          <a:xfrm>
            <a:off x="429697" y="2464163"/>
            <a:ext cx="2796104" cy="356856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0FC6040-B5B0-62AE-804B-DA9C7374A8A7}"/>
              </a:ext>
            </a:extLst>
          </p:cNvPr>
          <p:cNvSpPr/>
          <p:nvPr userDrawn="1"/>
        </p:nvSpPr>
        <p:spPr>
          <a:xfrm>
            <a:off x="587881" y="2629845"/>
            <a:ext cx="2520576" cy="3294862"/>
          </a:xfrm>
          <a:prstGeom prst="roundRect">
            <a:avLst>
              <a:gd name="adj" fmla="val 340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4F978D-D229-1050-155E-4BE224FF62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12B37-1B55-6C43-7602-F5E631619431}"/>
              </a:ext>
            </a:extLst>
          </p:cNvPr>
          <p:cNvGrpSpPr/>
          <p:nvPr userDrawn="1"/>
        </p:nvGrpSpPr>
        <p:grpSpPr>
          <a:xfrm>
            <a:off x="1302328" y="2005802"/>
            <a:ext cx="1012085" cy="1012085"/>
            <a:chOff x="4884688" y="1224366"/>
            <a:chExt cx="1438620" cy="14386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955D8D6-63ED-EEB0-97E9-480C53518561}"/>
                </a:ext>
              </a:extLst>
            </p:cNvPr>
            <p:cNvSpPr/>
            <p:nvPr userDrawn="1"/>
          </p:nvSpPr>
          <p:spPr>
            <a:xfrm>
              <a:off x="4884688" y="1224366"/>
              <a:ext cx="1438620" cy="1438620"/>
            </a:xfrm>
            <a:prstGeom prst="ellipse">
              <a:avLst/>
            </a:prstGeom>
            <a:solidFill>
              <a:schemeClr val="bg2">
                <a:alpha val="2045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17400000"/>
              </a:lightRig>
            </a:scene3d>
            <a:sp3d>
              <a:bevelT w="254000" h="254000" prst="softRound"/>
              <a:bevelB w="254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Aptos" panose="020B0004020202020204" pitchFamily="34" charset="0"/>
              </a:endParaRPr>
            </a:p>
          </p:txBody>
        </p:sp>
        <p:sp>
          <p:nvSpPr>
            <p:cNvPr id="6" name="Google Shape;217;p2">
              <a:extLst>
                <a:ext uri="{FF2B5EF4-FFF2-40B4-BE49-F238E27FC236}">
                  <a16:creationId xmlns:a16="http://schemas.microsoft.com/office/drawing/2014/main" id="{0522FDFA-4B2F-8D1A-9A85-AD404EB6CF25}"/>
                </a:ext>
              </a:extLst>
            </p:cNvPr>
            <p:cNvSpPr/>
            <p:nvPr userDrawn="1"/>
          </p:nvSpPr>
          <p:spPr>
            <a:xfrm>
              <a:off x="5061087" y="1400765"/>
              <a:ext cx="1116817" cy="111681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363B7D-9EBB-5E0A-A86D-5BA142B3DD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7823" y="3915264"/>
            <a:ext cx="2370177" cy="1840060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Wingdings" pitchFamily="2" charset="2"/>
              <a:buChar char="§"/>
              <a:defRPr sz="1600"/>
            </a:lvl1pPr>
            <a:lvl2pPr marL="685800" indent="-228600">
              <a:buClr>
                <a:schemeClr val="tx1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chemeClr val="tx1"/>
              </a:buClr>
              <a:buFont typeface="Wingdings" pitchFamily="2" charset="2"/>
              <a:buChar char="§"/>
              <a:defRPr sz="1400"/>
            </a:lvl3pPr>
            <a:lvl4pPr marL="1600200" indent="-228600">
              <a:buClr>
                <a:schemeClr val="tx1"/>
              </a:buClr>
              <a:buFont typeface="Wingdings" pitchFamily="2" charset="2"/>
              <a:buChar char="§"/>
              <a:defRPr sz="1400"/>
            </a:lvl4pPr>
            <a:lvl5pPr marL="2057400" indent="-228600">
              <a:buClr>
                <a:schemeClr val="tx1"/>
              </a:buClr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ABEB1-5027-0BFA-5B38-48E87AD72FD5}"/>
              </a:ext>
            </a:extLst>
          </p:cNvPr>
          <p:cNvSpPr txBox="1"/>
          <p:nvPr userDrawn="1"/>
        </p:nvSpPr>
        <p:spPr>
          <a:xfrm>
            <a:off x="9153234" y="6435115"/>
            <a:ext cx="2278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© 2026 </a:t>
            </a:r>
            <a:r>
              <a:rPr lang="en-US" sz="800" b="0" i="0" kern="1200" err="1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C05632-CA6F-8C2A-0F8B-6BE7AC991E2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72253" y="2291383"/>
            <a:ext cx="494039" cy="494039"/>
          </a:xfrm>
          <a:noFill/>
        </p:spPr>
        <p:txBody>
          <a:bodyPr/>
          <a:lstStyle/>
          <a:p>
            <a:endParaRPr lang="en-AR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2A3370D-3FDE-CE6D-AECB-729AD1CAC6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0903" y="3243782"/>
            <a:ext cx="2367949" cy="505800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buNone/>
              <a:defRPr lang="en-US" sz="18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EE3FEC-FB4E-205B-3F59-423C0F316B2A}"/>
              </a:ext>
            </a:extLst>
          </p:cNvPr>
          <p:cNvGrpSpPr/>
          <p:nvPr userDrawn="1"/>
        </p:nvGrpSpPr>
        <p:grpSpPr>
          <a:xfrm>
            <a:off x="4128519" y="2005802"/>
            <a:ext cx="1012085" cy="1012085"/>
            <a:chOff x="4884688" y="1224366"/>
            <a:chExt cx="1438620" cy="143862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A6568C0-9366-2858-2B81-391110E7D0FD}"/>
                </a:ext>
              </a:extLst>
            </p:cNvPr>
            <p:cNvSpPr/>
            <p:nvPr userDrawn="1"/>
          </p:nvSpPr>
          <p:spPr>
            <a:xfrm>
              <a:off x="4884688" y="1224366"/>
              <a:ext cx="1438620" cy="1438620"/>
            </a:xfrm>
            <a:prstGeom prst="ellipse">
              <a:avLst/>
            </a:prstGeom>
            <a:solidFill>
              <a:schemeClr val="bg2">
                <a:alpha val="2045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17400000"/>
              </a:lightRig>
            </a:scene3d>
            <a:sp3d>
              <a:bevelT w="254000" h="254000" prst="softRound"/>
              <a:bevelB w="254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Aptos" panose="020B0004020202020204" pitchFamily="34" charset="0"/>
              </a:endParaRPr>
            </a:p>
          </p:txBody>
        </p:sp>
        <p:sp>
          <p:nvSpPr>
            <p:cNvPr id="27" name="Google Shape;217;p2">
              <a:extLst>
                <a:ext uri="{FF2B5EF4-FFF2-40B4-BE49-F238E27FC236}">
                  <a16:creationId xmlns:a16="http://schemas.microsoft.com/office/drawing/2014/main" id="{7B6267C9-03F6-F552-0A22-026BCCD791C1}"/>
                </a:ext>
              </a:extLst>
            </p:cNvPr>
            <p:cNvSpPr/>
            <p:nvPr userDrawn="1"/>
          </p:nvSpPr>
          <p:spPr>
            <a:xfrm>
              <a:off x="5061087" y="1400765"/>
              <a:ext cx="1116817" cy="11168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E14F9E-CB07-C024-E934-7D916B680357}"/>
              </a:ext>
            </a:extLst>
          </p:cNvPr>
          <p:cNvGrpSpPr/>
          <p:nvPr userDrawn="1"/>
        </p:nvGrpSpPr>
        <p:grpSpPr>
          <a:xfrm>
            <a:off x="6984967" y="1964258"/>
            <a:ext cx="1012085" cy="1012085"/>
            <a:chOff x="4884688" y="1224366"/>
            <a:chExt cx="1438620" cy="143862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EB80B97-C4ED-210A-82B0-309EB82CCE0B}"/>
                </a:ext>
              </a:extLst>
            </p:cNvPr>
            <p:cNvSpPr/>
            <p:nvPr userDrawn="1"/>
          </p:nvSpPr>
          <p:spPr>
            <a:xfrm>
              <a:off x="4884688" y="1224366"/>
              <a:ext cx="1438620" cy="1438620"/>
            </a:xfrm>
            <a:prstGeom prst="ellipse">
              <a:avLst/>
            </a:prstGeom>
            <a:solidFill>
              <a:schemeClr val="bg2">
                <a:alpha val="2045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17400000"/>
              </a:lightRig>
            </a:scene3d>
            <a:sp3d>
              <a:bevelT w="254000" h="254000" prst="softRound"/>
              <a:bevelB w="254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Aptos" panose="020B0004020202020204" pitchFamily="34" charset="0"/>
              </a:endParaRPr>
            </a:p>
          </p:txBody>
        </p:sp>
        <p:sp>
          <p:nvSpPr>
            <p:cNvPr id="34" name="Google Shape;217;p2">
              <a:extLst>
                <a:ext uri="{FF2B5EF4-FFF2-40B4-BE49-F238E27FC236}">
                  <a16:creationId xmlns:a16="http://schemas.microsoft.com/office/drawing/2014/main" id="{774EDABE-4BF6-BD45-C594-D04C873AC412}"/>
                </a:ext>
              </a:extLst>
            </p:cNvPr>
            <p:cNvSpPr/>
            <p:nvPr userDrawn="1"/>
          </p:nvSpPr>
          <p:spPr>
            <a:xfrm>
              <a:off x="5061087" y="1400765"/>
              <a:ext cx="1116817" cy="1116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57FFAD5E-440F-C331-18C1-8F22F60DED8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92675" y="2291383"/>
            <a:ext cx="494039" cy="494039"/>
          </a:xfrm>
          <a:noFill/>
        </p:spPr>
        <p:txBody>
          <a:bodyPr/>
          <a:lstStyle/>
          <a:p>
            <a:endParaRPr lang="en-AR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FBF54CB-046C-7691-A730-DC9BE142575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243989" y="2241665"/>
            <a:ext cx="494039" cy="494039"/>
          </a:xfrm>
          <a:noFill/>
        </p:spPr>
        <p:txBody>
          <a:bodyPr/>
          <a:lstStyle/>
          <a:p>
            <a:endParaRPr lang="en-A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41ED93C1-76CB-FD64-6CA3-481B1E0CC37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79176" y="3915264"/>
            <a:ext cx="2370177" cy="1840060"/>
          </a:xfrm>
        </p:spPr>
        <p:txBody>
          <a:bodyPr/>
          <a:lstStyle>
            <a:lvl1pPr marL="2286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1pPr>
            <a:lvl2pPr marL="6858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930C36-0C7D-69A5-CED3-081DF684F82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82256" y="3243782"/>
            <a:ext cx="2367949" cy="505800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buNone/>
              <a:defRPr lang="en-US" sz="18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2059CE4-8A0E-F345-F8F5-B6EA86588D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22639" y="3915264"/>
            <a:ext cx="2370177" cy="1840060"/>
          </a:xfr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1600"/>
            </a:lvl1pPr>
            <a:lvl2pPr marL="685800" indent="-228600">
              <a:buClr>
                <a:schemeClr val="accent1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chemeClr val="accent1"/>
              </a:buClr>
              <a:buFont typeface="Wingdings" pitchFamily="2" charset="2"/>
              <a:buChar char="§"/>
              <a:defRPr sz="1400"/>
            </a:lvl3pPr>
            <a:lvl4pPr marL="1600200" indent="-228600">
              <a:buClr>
                <a:schemeClr val="accent1"/>
              </a:buClr>
              <a:buFont typeface="Wingdings" pitchFamily="2" charset="2"/>
              <a:buChar char="§"/>
              <a:defRPr sz="1400"/>
            </a:lvl4pPr>
            <a:lvl5pPr marL="2057400" indent="-228600">
              <a:buClr>
                <a:schemeClr val="accent1"/>
              </a:buClr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B43DB524-0BBA-B41B-858A-46224A58CE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25719" y="3243782"/>
            <a:ext cx="2367949" cy="505800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buNone/>
              <a:defRPr lang="en-US" sz="18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C33C3B63-8360-CF28-E241-F54D3E1E749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99523" y="3915264"/>
            <a:ext cx="2370177" cy="1840060"/>
          </a:xfrm>
        </p:spPr>
        <p:txBody>
          <a:bodyPr/>
          <a:lstStyle>
            <a:lvl1pPr marL="2286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1pPr>
            <a:lvl2pPr marL="6858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25793CA-D65A-C13C-B9C3-E73B4D53110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02603" y="3243782"/>
            <a:ext cx="2367949" cy="505800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buNone/>
              <a:defRPr lang="en-US" sz="18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918162-712D-4F03-73B7-B28AE2A6B2A9}"/>
              </a:ext>
            </a:extLst>
          </p:cNvPr>
          <p:cNvGrpSpPr/>
          <p:nvPr userDrawn="1"/>
        </p:nvGrpSpPr>
        <p:grpSpPr>
          <a:xfrm>
            <a:off x="9781071" y="2005802"/>
            <a:ext cx="1012085" cy="1012085"/>
            <a:chOff x="4884688" y="1224366"/>
            <a:chExt cx="1438620" cy="143862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977C8B1-883B-D7CE-F2AB-88C56D719349}"/>
                </a:ext>
              </a:extLst>
            </p:cNvPr>
            <p:cNvSpPr/>
            <p:nvPr userDrawn="1"/>
          </p:nvSpPr>
          <p:spPr>
            <a:xfrm>
              <a:off x="4884688" y="1224366"/>
              <a:ext cx="1438620" cy="1438620"/>
            </a:xfrm>
            <a:prstGeom prst="ellipse">
              <a:avLst/>
            </a:prstGeom>
            <a:solidFill>
              <a:schemeClr val="bg2">
                <a:alpha val="2045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17400000"/>
              </a:lightRig>
            </a:scene3d>
            <a:sp3d>
              <a:bevelT w="254000" h="254000" prst="softRound"/>
              <a:bevelB w="254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Aptos" panose="020B0004020202020204" pitchFamily="34" charset="0"/>
              </a:endParaRPr>
            </a:p>
          </p:txBody>
        </p:sp>
        <p:sp>
          <p:nvSpPr>
            <p:cNvPr id="31" name="Google Shape;217;p2">
              <a:extLst>
                <a:ext uri="{FF2B5EF4-FFF2-40B4-BE49-F238E27FC236}">
                  <a16:creationId xmlns:a16="http://schemas.microsoft.com/office/drawing/2014/main" id="{0DB7A15C-C47A-86FD-CD83-835B1592DC9A}"/>
                </a:ext>
              </a:extLst>
            </p:cNvPr>
            <p:cNvSpPr/>
            <p:nvPr userDrawn="1"/>
          </p:nvSpPr>
          <p:spPr>
            <a:xfrm>
              <a:off x="5061087" y="1400765"/>
              <a:ext cx="1116817" cy="11168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72DFCF4D-AC2E-A62A-6D09-4F13D9450EF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45227" y="2291383"/>
            <a:ext cx="494039" cy="494039"/>
          </a:xfrm>
          <a:noFill/>
        </p:spPr>
        <p:txBody>
          <a:bodyPr/>
          <a:lstStyle/>
          <a:p>
            <a:endParaRPr lang="en-AR"/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7A375925-FBB6-B542-9D04-5D5B664A2DC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5938" y="1235864"/>
            <a:ext cx="11225360" cy="526852"/>
          </a:xfrm>
        </p:spPr>
        <p:txBody>
          <a:bodyPr/>
          <a:lstStyle>
            <a:lvl1pPr marL="0" indent="0">
              <a:buClr>
                <a:schemeClr val="tx1"/>
              </a:buClr>
              <a:buFont typeface="Wingdings" pitchFamily="2" charset="2"/>
              <a:buNone/>
              <a:defRPr sz="1600"/>
            </a:lvl1pPr>
            <a:lvl2pPr marL="685800" indent="-228600">
              <a:buClr>
                <a:schemeClr val="tx1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chemeClr val="tx1"/>
              </a:buClr>
              <a:buFont typeface="Wingdings" pitchFamily="2" charset="2"/>
              <a:buChar char="§"/>
              <a:defRPr sz="1400"/>
            </a:lvl3pPr>
            <a:lvl4pPr marL="1600200" indent="-228600">
              <a:buClr>
                <a:schemeClr val="tx1"/>
              </a:buClr>
              <a:buFont typeface="Wingdings" pitchFamily="2" charset="2"/>
              <a:buChar char="§"/>
              <a:defRPr sz="1400"/>
            </a:lvl4pPr>
            <a:lvl5pPr marL="2057400" indent="-228600">
              <a:buClr>
                <a:schemeClr val="tx1"/>
              </a:buClr>
              <a:buFont typeface="Wingdings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78CBF69-3AFA-C26D-8E1D-6FAF90DC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86" y="512763"/>
            <a:ext cx="10915912" cy="61287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4255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+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4F978D-D229-1050-155E-4BE224FF62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55D8D6-63ED-EEB0-97E9-480C53518561}"/>
              </a:ext>
            </a:extLst>
          </p:cNvPr>
          <p:cNvSpPr/>
          <p:nvPr userDrawn="1"/>
        </p:nvSpPr>
        <p:spPr>
          <a:xfrm>
            <a:off x="446412" y="1312303"/>
            <a:ext cx="5523106" cy="234529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6" name="Google Shape;217;p2">
            <a:extLst>
              <a:ext uri="{FF2B5EF4-FFF2-40B4-BE49-F238E27FC236}">
                <a16:creationId xmlns:a16="http://schemas.microsoft.com/office/drawing/2014/main" id="{0522FDFA-4B2F-8D1A-9A85-AD404EB6CF25}"/>
              </a:ext>
            </a:extLst>
          </p:cNvPr>
          <p:cNvSpPr/>
          <p:nvPr userDrawn="1"/>
        </p:nvSpPr>
        <p:spPr>
          <a:xfrm>
            <a:off x="668114" y="1511034"/>
            <a:ext cx="3079654" cy="1966598"/>
          </a:xfrm>
          <a:prstGeom prst="roundRect">
            <a:avLst>
              <a:gd name="adj" fmla="val 36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E363B7D-9EBB-5E0A-A86D-5BA142B3DD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103" y="2368084"/>
            <a:ext cx="2828612" cy="989171"/>
          </a:xfrm>
        </p:spPr>
        <p:txBody>
          <a:bodyPr/>
          <a:lstStyle>
            <a:lvl1pPr marL="179388" indent="-179388"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1pPr>
            <a:lvl2pPr marL="401638" indent="-222250">
              <a:buClr>
                <a:schemeClr val="accent3"/>
              </a:buClr>
              <a:buFont typeface="Wingdings" pitchFamily="2" charset="2"/>
              <a:buChar char="§"/>
              <a:tabLst/>
              <a:defRPr sz="11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2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ABEB1-5027-0BFA-5B38-48E87AD72FD5}"/>
              </a:ext>
            </a:extLst>
          </p:cNvPr>
          <p:cNvSpPr txBox="1"/>
          <p:nvPr userDrawn="1"/>
        </p:nvSpPr>
        <p:spPr>
          <a:xfrm>
            <a:off x="9153234" y="6435115"/>
            <a:ext cx="2278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© 2026 </a:t>
            </a:r>
            <a:r>
              <a:rPr lang="en-US" sz="800" b="0" i="0" kern="1200" err="1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4768CB-BC46-7C61-4A3D-8F9E686E8A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83135" y="1511034"/>
            <a:ext cx="1918967" cy="1966598"/>
          </a:xfrm>
          <a:prstGeom prst="roundRect">
            <a:avLst>
              <a:gd name="adj" fmla="val 3592"/>
            </a:avLst>
          </a:prstGeom>
        </p:spPr>
        <p:txBody>
          <a:bodyPr/>
          <a:lstStyle/>
          <a:p>
            <a:endParaRPr lang="en-AR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B8C67F44-DF5F-E223-55D3-63A9BEC1AA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103" y="1710369"/>
            <a:ext cx="2828612" cy="55403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6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EB491A-C027-A2FB-9575-DDD4E45DEF72}"/>
              </a:ext>
            </a:extLst>
          </p:cNvPr>
          <p:cNvSpPr/>
          <p:nvPr userDrawn="1"/>
        </p:nvSpPr>
        <p:spPr>
          <a:xfrm>
            <a:off x="446412" y="3754167"/>
            <a:ext cx="5523106" cy="234529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22" name="Google Shape;217;p2">
            <a:extLst>
              <a:ext uri="{FF2B5EF4-FFF2-40B4-BE49-F238E27FC236}">
                <a16:creationId xmlns:a16="http://schemas.microsoft.com/office/drawing/2014/main" id="{8E517D2A-CC44-8101-84D3-DF635B1D5761}"/>
              </a:ext>
            </a:extLst>
          </p:cNvPr>
          <p:cNvSpPr/>
          <p:nvPr userDrawn="1"/>
        </p:nvSpPr>
        <p:spPr>
          <a:xfrm>
            <a:off x="668114" y="3952898"/>
            <a:ext cx="3079654" cy="1966598"/>
          </a:xfrm>
          <a:prstGeom prst="roundRect">
            <a:avLst>
              <a:gd name="adj" fmla="val 36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010E6ED-3F26-C34A-D826-8C57EF03C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03" y="4809948"/>
            <a:ext cx="2828612" cy="989171"/>
          </a:xfrm>
        </p:spPr>
        <p:txBody>
          <a:bodyPr/>
          <a:lstStyle>
            <a:lvl1pPr marL="179388" indent="-179388"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1pPr>
            <a:lvl2pPr marL="401638" indent="-222250">
              <a:buClr>
                <a:schemeClr val="accent3"/>
              </a:buClr>
              <a:buFont typeface="Wingdings" pitchFamily="2" charset="2"/>
              <a:buChar char="§"/>
              <a:tabLst/>
              <a:defRPr sz="11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2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E5474DA-8DF5-56DD-CE25-16C8B04E59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83135" y="3952898"/>
            <a:ext cx="1918967" cy="1966598"/>
          </a:xfrm>
          <a:prstGeom prst="roundRect">
            <a:avLst>
              <a:gd name="adj" fmla="val 3592"/>
            </a:avLst>
          </a:prstGeom>
        </p:spPr>
        <p:txBody>
          <a:bodyPr/>
          <a:lstStyle/>
          <a:p>
            <a:endParaRPr lang="en-AR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7B4D99A-7E1F-B5B7-B084-07D71B8991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2103" y="4152233"/>
            <a:ext cx="2828612" cy="55403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6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D195363-AEB1-55BB-A648-0911E6B3B64E}"/>
              </a:ext>
            </a:extLst>
          </p:cNvPr>
          <p:cNvSpPr/>
          <p:nvPr userDrawn="1"/>
        </p:nvSpPr>
        <p:spPr>
          <a:xfrm>
            <a:off x="6171804" y="1312303"/>
            <a:ext cx="5523106" cy="234529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29" name="Google Shape;217;p2">
            <a:extLst>
              <a:ext uri="{FF2B5EF4-FFF2-40B4-BE49-F238E27FC236}">
                <a16:creationId xmlns:a16="http://schemas.microsoft.com/office/drawing/2014/main" id="{ACC50B06-3170-388A-C23C-93BCD3790058}"/>
              </a:ext>
            </a:extLst>
          </p:cNvPr>
          <p:cNvSpPr/>
          <p:nvPr userDrawn="1"/>
        </p:nvSpPr>
        <p:spPr>
          <a:xfrm>
            <a:off x="6393506" y="1511034"/>
            <a:ext cx="3079654" cy="1966598"/>
          </a:xfrm>
          <a:prstGeom prst="roundRect">
            <a:avLst>
              <a:gd name="adj" fmla="val 36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75298DDF-E991-5CED-778E-EAC4816CDEA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57495" y="2368084"/>
            <a:ext cx="2828612" cy="989171"/>
          </a:xfrm>
        </p:spPr>
        <p:txBody>
          <a:bodyPr/>
          <a:lstStyle>
            <a:lvl1pPr marL="179388" indent="-179388"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1pPr>
            <a:lvl2pPr marL="401638" indent="-222250">
              <a:buClr>
                <a:schemeClr val="accent3"/>
              </a:buClr>
              <a:buFont typeface="Wingdings" pitchFamily="2" charset="2"/>
              <a:buChar char="§"/>
              <a:tabLst/>
              <a:defRPr sz="11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2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09CCBA2C-03EC-89BF-9DCE-B46F3DE94F6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608527" y="1511034"/>
            <a:ext cx="1918967" cy="1966598"/>
          </a:xfrm>
          <a:prstGeom prst="roundRect">
            <a:avLst>
              <a:gd name="adj" fmla="val 3592"/>
            </a:avLst>
          </a:prstGeom>
        </p:spPr>
        <p:txBody>
          <a:bodyPr/>
          <a:lstStyle/>
          <a:p>
            <a:endParaRPr lang="en-A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2726955-7D97-D086-F49E-A9316CD192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57495" y="1710369"/>
            <a:ext cx="2828612" cy="55403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6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CC28187-DBB4-2B32-2875-9ED66CF7C723}"/>
              </a:ext>
            </a:extLst>
          </p:cNvPr>
          <p:cNvSpPr/>
          <p:nvPr userDrawn="1"/>
        </p:nvSpPr>
        <p:spPr>
          <a:xfrm>
            <a:off x="6171804" y="3754167"/>
            <a:ext cx="5523106" cy="2345298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34" name="Google Shape;217;p2">
            <a:extLst>
              <a:ext uri="{FF2B5EF4-FFF2-40B4-BE49-F238E27FC236}">
                <a16:creationId xmlns:a16="http://schemas.microsoft.com/office/drawing/2014/main" id="{A9D2B035-5064-C9EC-E836-D2F86CB42F61}"/>
              </a:ext>
            </a:extLst>
          </p:cNvPr>
          <p:cNvSpPr/>
          <p:nvPr userDrawn="1"/>
        </p:nvSpPr>
        <p:spPr>
          <a:xfrm>
            <a:off x="6393506" y="3952898"/>
            <a:ext cx="3079654" cy="1966598"/>
          </a:xfrm>
          <a:prstGeom prst="roundRect">
            <a:avLst>
              <a:gd name="adj" fmla="val 36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1BCD7AE2-5E83-B969-422A-D46E4B8258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57495" y="4809948"/>
            <a:ext cx="2828612" cy="989171"/>
          </a:xfrm>
        </p:spPr>
        <p:txBody>
          <a:bodyPr/>
          <a:lstStyle>
            <a:lvl1pPr marL="179388" indent="-179388"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1pPr>
            <a:lvl2pPr marL="401638" indent="-222250">
              <a:buClr>
                <a:schemeClr val="accent3"/>
              </a:buClr>
              <a:buFont typeface="Wingdings" pitchFamily="2" charset="2"/>
              <a:buChar char="§"/>
              <a:tabLst/>
              <a:defRPr sz="11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2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Picture Placeholder 8">
            <a:extLst>
              <a:ext uri="{FF2B5EF4-FFF2-40B4-BE49-F238E27FC236}">
                <a16:creationId xmlns:a16="http://schemas.microsoft.com/office/drawing/2014/main" id="{AC5100D5-920D-861C-639E-78809568D55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608527" y="3952898"/>
            <a:ext cx="1918967" cy="1966598"/>
          </a:xfrm>
          <a:prstGeom prst="roundRect">
            <a:avLst>
              <a:gd name="adj" fmla="val 3592"/>
            </a:avLst>
          </a:prstGeom>
        </p:spPr>
        <p:txBody>
          <a:bodyPr/>
          <a:lstStyle/>
          <a:p>
            <a:endParaRPr lang="en-AR"/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DD41417-AFEA-2F98-536F-CAD663DCAE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7495" y="4152233"/>
            <a:ext cx="2828612" cy="55403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600" b="1" kern="1200" dirty="0" smtClean="0">
                <a:solidFill>
                  <a:schemeClr val="tx1"/>
                </a:solidFill>
                <a:latin typeface="Sora" pitchFamily="2" charset="0"/>
                <a:ea typeface="+mn-ea"/>
                <a:cs typeface="Sora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AR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1E31E-4BF1-D8F3-B0DE-846DC6F3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86" y="512763"/>
            <a:ext cx="10915912" cy="61287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6605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Now Certif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575A6-7EE6-C536-D91F-6A6EE5A5DB02}"/>
              </a:ext>
            </a:extLst>
          </p:cNvPr>
          <p:cNvSpPr txBox="1"/>
          <p:nvPr userDrawn="1"/>
        </p:nvSpPr>
        <p:spPr>
          <a:xfrm>
            <a:off x="9153234" y="6435115"/>
            <a:ext cx="2278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© 2026 </a:t>
            </a:r>
            <a:r>
              <a:rPr lang="en-US" sz="800" b="0" i="0" kern="1200" err="1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B0B825-CD18-E6A0-3823-400C6081A981}"/>
              </a:ext>
            </a:extLst>
          </p:cNvPr>
          <p:cNvSpPr>
            <a:spLocks/>
          </p:cNvSpPr>
          <p:nvPr userDrawn="1"/>
        </p:nvSpPr>
        <p:spPr>
          <a:xfrm>
            <a:off x="492387" y="1247912"/>
            <a:ext cx="5921476" cy="3273355"/>
          </a:xfrm>
          <a:prstGeom prst="roundRect">
            <a:avLst>
              <a:gd name="adj" fmla="val 8389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C5616F9-730B-E06B-7C19-01ED42EE57AF}"/>
              </a:ext>
            </a:extLst>
          </p:cNvPr>
          <p:cNvSpPr txBox="1">
            <a:spLocks/>
          </p:cNvSpPr>
          <p:nvPr userDrawn="1"/>
        </p:nvSpPr>
        <p:spPr>
          <a:xfrm>
            <a:off x="11506200" y="6475112"/>
            <a:ext cx="184310" cy="139089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accent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27" descr="Open book outline">
            <a:extLst>
              <a:ext uri="{FF2B5EF4-FFF2-40B4-BE49-F238E27FC236}">
                <a16:creationId xmlns:a16="http://schemas.microsoft.com/office/drawing/2014/main" id="{6FC60156-814E-A436-2D47-97DC3D380900}"/>
              </a:ext>
            </a:extLst>
          </p:cNvPr>
          <p:cNvGrpSpPr/>
          <p:nvPr userDrawn="1"/>
        </p:nvGrpSpPr>
        <p:grpSpPr>
          <a:xfrm>
            <a:off x="3344189" y="1636496"/>
            <a:ext cx="626251" cy="477517"/>
            <a:chOff x="1406906" y="-2090629"/>
            <a:chExt cx="491286" cy="374606"/>
          </a:xfrm>
          <a:solidFill>
            <a:schemeClr val="accent3"/>
          </a:solidFill>
        </p:grpSpPr>
        <p:sp>
          <p:nvSpPr>
            <p:cNvPr id="8" name="Freeform: Shape 11">
              <a:extLst>
                <a:ext uri="{FF2B5EF4-FFF2-40B4-BE49-F238E27FC236}">
                  <a16:creationId xmlns:a16="http://schemas.microsoft.com/office/drawing/2014/main" id="{D57AC910-E238-C3DC-CE1A-66BA940334E9}"/>
                </a:ext>
              </a:extLst>
            </p:cNvPr>
            <p:cNvSpPr/>
            <p:nvPr/>
          </p:nvSpPr>
          <p:spPr>
            <a:xfrm>
              <a:off x="1701678" y="-1992372"/>
              <a:ext cx="92116" cy="12282"/>
            </a:xfrm>
            <a:custGeom>
              <a:avLst/>
              <a:gdLst>
                <a:gd name="connsiteX0" fmla="*/ 0 w 92116"/>
                <a:gd name="connsiteY0" fmla="*/ 0 h 12282"/>
                <a:gd name="connsiteX1" fmla="*/ 92116 w 92116"/>
                <a:gd name="connsiteY1" fmla="*/ 0 h 12282"/>
                <a:gd name="connsiteX2" fmla="*/ 92116 w 92116"/>
                <a:gd name="connsiteY2" fmla="*/ 12282 h 12282"/>
                <a:gd name="connsiteX3" fmla="*/ 0 w 92116"/>
                <a:gd name="connsiteY3" fmla="*/ 12282 h 1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16" h="12282">
                  <a:moveTo>
                    <a:pt x="0" y="0"/>
                  </a:moveTo>
                  <a:lnTo>
                    <a:pt x="92116" y="0"/>
                  </a:lnTo>
                  <a:lnTo>
                    <a:pt x="92116" y="12282"/>
                  </a:lnTo>
                  <a:lnTo>
                    <a:pt x="0" y="12282"/>
                  </a:lnTo>
                  <a:close/>
                </a:path>
              </a:pathLst>
            </a:custGeom>
            <a:grpFill/>
            <a:ln w="605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7D4FE78C-C98B-45EF-91E5-506BEEA58FFC}"/>
                </a:ext>
              </a:extLst>
            </p:cNvPr>
            <p:cNvSpPr/>
            <p:nvPr/>
          </p:nvSpPr>
          <p:spPr>
            <a:xfrm>
              <a:off x="1701678" y="-1955525"/>
              <a:ext cx="92116" cy="12282"/>
            </a:xfrm>
            <a:custGeom>
              <a:avLst/>
              <a:gdLst>
                <a:gd name="connsiteX0" fmla="*/ 0 w 92116"/>
                <a:gd name="connsiteY0" fmla="*/ 0 h 12282"/>
                <a:gd name="connsiteX1" fmla="*/ 92116 w 92116"/>
                <a:gd name="connsiteY1" fmla="*/ 0 h 12282"/>
                <a:gd name="connsiteX2" fmla="*/ 92116 w 92116"/>
                <a:gd name="connsiteY2" fmla="*/ 12282 h 12282"/>
                <a:gd name="connsiteX3" fmla="*/ 0 w 92116"/>
                <a:gd name="connsiteY3" fmla="*/ 12282 h 1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16" h="12282">
                  <a:moveTo>
                    <a:pt x="0" y="0"/>
                  </a:moveTo>
                  <a:lnTo>
                    <a:pt x="92116" y="0"/>
                  </a:lnTo>
                  <a:lnTo>
                    <a:pt x="92116" y="12282"/>
                  </a:lnTo>
                  <a:lnTo>
                    <a:pt x="0" y="12282"/>
                  </a:lnTo>
                  <a:close/>
                </a:path>
              </a:pathLst>
            </a:custGeom>
            <a:grpFill/>
            <a:ln w="605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EFD7DF01-3B32-7EF3-6A28-F6F6C02B9DF1}"/>
                </a:ext>
              </a:extLst>
            </p:cNvPr>
            <p:cNvSpPr/>
            <p:nvPr/>
          </p:nvSpPr>
          <p:spPr>
            <a:xfrm>
              <a:off x="1701678" y="-1918679"/>
              <a:ext cx="61410" cy="12282"/>
            </a:xfrm>
            <a:custGeom>
              <a:avLst/>
              <a:gdLst>
                <a:gd name="connsiteX0" fmla="*/ 0 w 61410"/>
                <a:gd name="connsiteY0" fmla="*/ 0 h 12282"/>
                <a:gd name="connsiteX1" fmla="*/ 61411 w 61410"/>
                <a:gd name="connsiteY1" fmla="*/ 0 h 12282"/>
                <a:gd name="connsiteX2" fmla="*/ 61411 w 61410"/>
                <a:gd name="connsiteY2" fmla="*/ 12282 h 12282"/>
                <a:gd name="connsiteX3" fmla="*/ 0 w 61410"/>
                <a:gd name="connsiteY3" fmla="*/ 12282 h 1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410" h="12282">
                  <a:moveTo>
                    <a:pt x="0" y="0"/>
                  </a:moveTo>
                  <a:lnTo>
                    <a:pt x="61411" y="0"/>
                  </a:lnTo>
                  <a:lnTo>
                    <a:pt x="61411" y="12282"/>
                  </a:lnTo>
                  <a:lnTo>
                    <a:pt x="0" y="12282"/>
                  </a:lnTo>
                  <a:close/>
                </a:path>
              </a:pathLst>
            </a:custGeom>
            <a:grpFill/>
            <a:ln w="605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4FD6F6A7-3B7D-3EB6-CF24-82BCB77C940B}"/>
                </a:ext>
              </a:extLst>
            </p:cNvPr>
            <p:cNvSpPr/>
            <p:nvPr/>
          </p:nvSpPr>
          <p:spPr>
            <a:xfrm>
              <a:off x="1406906" y="-2090629"/>
              <a:ext cx="491286" cy="374606"/>
            </a:xfrm>
            <a:custGeom>
              <a:avLst/>
              <a:gdLst>
                <a:gd name="connsiteX0" fmla="*/ 485146 w 491286"/>
                <a:gd name="connsiteY0" fmla="*/ 49129 h 374606"/>
                <a:gd name="connsiteX1" fmla="*/ 448299 w 491286"/>
                <a:gd name="connsiteY1" fmla="*/ 49129 h 374606"/>
                <a:gd name="connsiteX2" fmla="*/ 448299 w 491286"/>
                <a:gd name="connsiteY2" fmla="*/ 22108 h 374606"/>
                <a:gd name="connsiteX3" fmla="*/ 444154 w 491286"/>
                <a:gd name="connsiteY3" fmla="*/ 16299 h 374606"/>
                <a:gd name="connsiteX4" fmla="*/ 245643 w 491286"/>
                <a:gd name="connsiteY4" fmla="*/ 15623 h 374606"/>
                <a:gd name="connsiteX5" fmla="*/ 47133 w 491286"/>
                <a:gd name="connsiteY5" fmla="*/ 16292 h 374606"/>
                <a:gd name="connsiteX6" fmla="*/ 42988 w 491286"/>
                <a:gd name="connsiteY6" fmla="*/ 22108 h 374606"/>
                <a:gd name="connsiteX7" fmla="*/ 42988 w 491286"/>
                <a:gd name="connsiteY7" fmla="*/ 49129 h 374606"/>
                <a:gd name="connsiteX8" fmla="*/ 6141 w 491286"/>
                <a:gd name="connsiteY8" fmla="*/ 49129 h 374606"/>
                <a:gd name="connsiteX9" fmla="*/ 0 w 491286"/>
                <a:gd name="connsiteY9" fmla="*/ 55270 h 374606"/>
                <a:gd name="connsiteX10" fmla="*/ 0 w 491286"/>
                <a:gd name="connsiteY10" fmla="*/ 350042 h 374606"/>
                <a:gd name="connsiteX11" fmla="*/ 6141 w 491286"/>
                <a:gd name="connsiteY11" fmla="*/ 356183 h 374606"/>
                <a:gd name="connsiteX12" fmla="*/ 203270 w 491286"/>
                <a:gd name="connsiteY12" fmla="*/ 356183 h 374606"/>
                <a:gd name="connsiteX13" fmla="*/ 226606 w 491286"/>
                <a:gd name="connsiteY13" fmla="*/ 374606 h 374606"/>
                <a:gd name="connsiteX14" fmla="*/ 264681 w 491286"/>
                <a:gd name="connsiteY14" fmla="*/ 374606 h 374606"/>
                <a:gd name="connsiteX15" fmla="*/ 288017 w 491286"/>
                <a:gd name="connsiteY15" fmla="*/ 356183 h 374606"/>
                <a:gd name="connsiteX16" fmla="*/ 485146 w 491286"/>
                <a:gd name="connsiteY16" fmla="*/ 356183 h 374606"/>
                <a:gd name="connsiteX17" fmla="*/ 491287 w 491286"/>
                <a:gd name="connsiteY17" fmla="*/ 350042 h 374606"/>
                <a:gd name="connsiteX18" fmla="*/ 491287 w 491286"/>
                <a:gd name="connsiteY18" fmla="*/ 55270 h 374606"/>
                <a:gd name="connsiteX19" fmla="*/ 485146 w 491286"/>
                <a:gd name="connsiteY19" fmla="*/ 49129 h 374606"/>
                <a:gd name="connsiteX20" fmla="*/ 436017 w 491286"/>
                <a:gd name="connsiteY20" fmla="*/ 26530 h 374606"/>
                <a:gd name="connsiteX21" fmla="*/ 436017 w 491286"/>
                <a:gd name="connsiteY21" fmla="*/ 308405 h 374606"/>
                <a:gd name="connsiteX22" fmla="*/ 251784 w 491286"/>
                <a:gd name="connsiteY22" fmla="*/ 308405 h 374606"/>
                <a:gd name="connsiteX23" fmla="*/ 251784 w 491286"/>
                <a:gd name="connsiteY23" fmla="*/ 26530 h 374606"/>
                <a:gd name="connsiteX24" fmla="*/ 436017 w 491286"/>
                <a:gd name="connsiteY24" fmla="*/ 26530 h 374606"/>
                <a:gd name="connsiteX25" fmla="*/ 55270 w 491286"/>
                <a:gd name="connsiteY25" fmla="*/ 26530 h 374606"/>
                <a:gd name="connsiteX26" fmla="*/ 239502 w 491286"/>
                <a:gd name="connsiteY26" fmla="*/ 26530 h 374606"/>
                <a:gd name="connsiteX27" fmla="*/ 239502 w 491286"/>
                <a:gd name="connsiteY27" fmla="*/ 308405 h 374606"/>
                <a:gd name="connsiteX28" fmla="*/ 55270 w 491286"/>
                <a:gd name="connsiteY28" fmla="*/ 308405 h 374606"/>
                <a:gd name="connsiteX29" fmla="*/ 479005 w 491286"/>
                <a:gd name="connsiteY29" fmla="*/ 343901 h 374606"/>
                <a:gd name="connsiteX30" fmla="*/ 282490 w 491286"/>
                <a:gd name="connsiteY30" fmla="*/ 343901 h 374606"/>
                <a:gd name="connsiteX31" fmla="*/ 276349 w 491286"/>
                <a:gd name="connsiteY31" fmla="*/ 350042 h 374606"/>
                <a:gd name="connsiteX32" fmla="*/ 276349 w 491286"/>
                <a:gd name="connsiteY32" fmla="*/ 350656 h 374606"/>
                <a:gd name="connsiteX33" fmla="*/ 264681 w 491286"/>
                <a:gd name="connsiteY33" fmla="*/ 362324 h 374606"/>
                <a:gd name="connsiteX34" fmla="*/ 226606 w 491286"/>
                <a:gd name="connsiteY34" fmla="*/ 362324 h 374606"/>
                <a:gd name="connsiteX35" fmla="*/ 214938 w 491286"/>
                <a:gd name="connsiteY35" fmla="*/ 350656 h 374606"/>
                <a:gd name="connsiteX36" fmla="*/ 214938 w 491286"/>
                <a:gd name="connsiteY36" fmla="*/ 350042 h 374606"/>
                <a:gd name="connsiteX37" fmla="*/ 208797 w 491286"/>
                <a:gd name="connsiteY37" fmla="*/ 343901 h 374606"/>
                <a:gd name="connsiteX38" fmla="*/ 12282 w 491286"/>
                <a:gd name="connsiteY38" fmla="*/ 343901 h 374606"/>
                <a:gd name="connsiteX39" fmla="*/ 12282 w 491286"/>
                <a:gd name="connsiteY39" fmla="*/ 61411 h 374606"/>
                <a:gd name="connsiteX40" fmla="*/ 42988 w 491286"/>
                <a:gd name="connsiteY40" fmla="*/ 61411 h 374606"/>
                <a:gd name="connsiteX41" fmla="*/ 42988 w 491286"/>
                <a:gd name="connsiteY41" fmla="*/ 316880 h 374606"/>
                <a:gd name="connsiteX42" fmla="*/ 49127 w 491286"/>
                <a:gd name="connsiteY42" fmla="*/ 323023 h 374606"/>
                <a:gd name="connsiteX43" fmla="*/ 51125 w 491286"/>
                <a:gd name="connsiteY43" fmla="*/ 322689 h 374606"/>
                <a:gd name="connsiteX44" fmla="*/ 243647 w 491286"/>
                <a:gd name="connsiteY44" fmla="*/ 322689 h 374606"/>
                <a:gd name="connsiteX45" fmla="*/ 243955 w 491286"/>
                <a:gd name="connsiteY45" fmla="*/ 322739 h 374606"/>
                <a:gd name="connsiteX46" fmla="*/ 245349 w 491286"/>
                <a:gd name="connsiteY46" fmla="*/ 322972 h 374606"/>
                <a:gd name="connsiteX47" fmla="*/ 245643 w 491286"/>
                <a:gd name="connsiteY47" fmla="*/ 323021 h 374606"/>
                <a:gd name="connsiteX48" fmla="*/ 245871 w 491286"/>
                <a:gd name="connsiteY48" fmla="*/ 322984 h 374606"/>
                <a:gd name="connsiteX49" fmla="*/ 247252 w 491286"/>
                <a:gd name="connsiteY49" fmla="*/ 322775 h 374606"/>
                <a:gd name="connsiteX50" fmla="*/ 247559 w 491286"/>
                <a:gd name="connsiteY50" fmla="*/ 322708 h 374606"/>
                <a:gd name="connsiteX51" fmla="*/ 247639 w 491286"/>
                <a:gd name="connsiteY51" fmla="*/ 322708 h 374606"/>
                <a:gd name="connsiteX52" fmla="*/ 440162 w 491286"/>
                <a:gd name="connsiteY52" fmla="*/ 322708 h 374606"/>
                <a:gd name="connsiteX53" fmla="*/ 442158 w 491286"/>
                <a:gd name="connsiteY53" fmla="*/ 323021 h 374606"/>
                <a:gd name="connsiteX54" fmla="*/ 448299 w 491286"/>
                <a:gd name="connsiteY54" fmla="*/ 316880 h 374606"/>
                <a:gd name="connsiteX55" fmla="*/ 448299 w 491286"/>
                <a:gd name="connsiteY55" fmla="*/ 61411 h 374606"/>
                <a:gd name="connsiteX56" fmla="*/ 479005 w 491286"/>
                <a:gd name="connsiteY56" fmla="*/ 61411 h 374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91286" h="374606">
                  <a:moveTo>
                    <a:pt x="485146" y="49129"/>
                  </a:moveTo>
                  <a:lnTo>
                    <a:pt x="448299" y="49129"/>
                  </a:lnTo>
                  <a:lnTo>
                    <a:pt x="448299" y="22108"/>
                  </a:lnTo>
                  <a:cubicBezTo>
                    <a:pt x="448300" y="19485"/>
                    <a:pt x="446634" y="17151"/>
                    <a:pt x="444154" y="16299"/>
                  </a:cubicBezTo>
                  <a:cubicBezTo>
                    <a:pt x="379766" y="-5195"/>
                    <a:pt x="310176" y="-5432"/>
                    <a:pt x="245643" y="15623"/>
                  </a:cubicBezTo>
                  <a:cubicBezTo>
                    <a:pt x="181112" y="-5434"/>
                    <a:pt x="111521" y="-5200"/>
                    <a:pt x="47133" y="16292"/>
                  </a:cubicBezTo>
                  <a:cubicBezTo>
                    <a:pt x="44650" y="17145"/>
                    <a:pt x="42984" y="19483"/>
                    <a:pt x="42988" y="22108"/>
                  </a:cubicBezTo>
                  <a:lnTo>
                    <a:pt x="42988" y="49129"/>
                  </a:lnTo>
                  <a:lnTo>
                    <a:pt x="6141" y="49129"/>
                  </a:lnTo>
                  <a:cubicBezTo>
                    <a:pt x="2749" y="49129"/>
                    <a:pt x="0" y="51878"/>
                    <a:pt x="0" y="55270"/>
                  </a:cubicBezTo>
                  <a:lnTo>
                    <a:pt x="0" y="350042"/>
                  </a:lnTo>
                  <a:cubicBezTo>
                    <a:pt x="0" y="353434"/>
                    <a:pt x="2749" y="356183"/>
                    <a:pt x="6141" y="356183"/>
                  </a:cubicBezTo>
                  <a:lnTo>
                    <a:pt x="203270" y="356183"/>
                  </a:lnTo>
                  <a:cubicBezTo>
                    <a:pt x="205846" y="366986"/>
                    <a:pt x="215500" y="374607"/>
                    <a:pt x="226606" y="374606"/>
                  </a:cubicBezTo>
                  <a:lnTo>
                    <a:pt x="264681" y="374606"/>
                  </a:lnTo>
                  <a:cubicBezTo>
                    <a:pt x="275786" y="374607"/>
                    <a:pt x="285441" y="366986"/>
                    <a:pt x="288017" y="356183"/>
                  </a:cubicBezTo>
                  <a:lnTo>
                    <a:pt x="485146" y="356183"/>
                  </a:lnTo>
                  <a:cubicBezTo>
                    <a:pt x="488537" y="356183"/>
                    <a:pt x="491287" y="353434"/>
                    <a:pt x="491287" y="350042"/>
                  </a:cubicBezTo>
                  <a:lnTo>
                    <a:pt x="491287" y="55270"/>
                  </a:lnTo>
                  <a:cubicBezTo>
                    <a:pt x="491287" y="51878"/>
                    <a:pt x="488537" y="49129"/>
                    <a:pt x="485146" y="49129"/>
                  </a:cubicBezTo>
                  <a:close/>
                  <a:moveTo>
                    <a:pt x="436017" y="26530"/>
                  </a:moveTo>
                  <a:lnTo>
                    <a:pt x="436017" y="308405"/>
                  </a:lnTo>
                  <a:cubicBezTo>
                    <a:pt x="375955" y="290203"/>
                    <a:pt x="311847" y="290203"/>
                    <a:pt x="251784" y="308405"/>
                  </a:cubicBezTo>
                  <a:lnTo>
                    <a:pt x="251784" y="26530"/>
                  </a:lnTo>
                  <a:cubicBezTo>
                    <a:pt x="311726" y="7533"/>
                    <a:pt x="376075" y="7533"/>
                    <a:pt x="436017" y="26530"/>
                  </a:cubicBezTo>
                  <a:close/>
                  <a:moveTo>
                    <a:pt x="55270" y="26530"/>
                  </a:moveTo>
                  <a:cubicBezTo>
                    <a:pt x="115212" y="7533"/>
                    <a:pt x="179560" y="7533"/>
                    <a:pt x="239502" y="26530"/>
                  </a:cubicBezTo>
                  <a:lnTo>
                    <a:pt x="239502" y="308405"/>
                  </a:lnTo>
                  <a:cubicBezTo>
                    <a:pt x="179440" y="290203"/>
                    <a:pt x="115332" y="290203"/>
                    <a:pt x="55270" y="308405"/>
                  </a:cubicBezTo>
                  <a:close/>
                  <a:moveTo>
                    <a:pt x="479005" y="343901"/>
                  </a:moveTo>
                  <a:lnTo>
                    <a:pt x="282490" y="343901"/>
                  </a:lnTo>
                  <a:cubicBezTo>
                    <a:pt x="279098" y="343901"/>
                    <a:pt x="276349" y="346650"/>
                    <a:pt x="276349" y="350042"/>
                  </a:cubicBezTo>
                  <a:lnTo>
                    <a:pt x="276349" y="350656"/>
                  </a:lnTo>
                  <a:cubicBezTo>
                    <a:pt x="276349" y="357100"/>
                    <a:pt x="271125" y="362324"/>
                    <a:pt x="264681" y="362324"/>
                  </a:cubicBezTo>
                  <a:lnTo>
                    <a:pt x="226606" y="362324"/>
                  </a:lnTo>
                  <a:cubicBezTo>
                    <a:pt x="220162" y="362324"/>
                    <a:pt x="214938" y="357100"/>
                    <a:pt x="214938" y="350656"/>
                  </a:cubicBezTo>
                  <a:lnTo>
                    <a:pt x="214938" y="350042"/>
                  </a:lnTo>
                  <a:cubicBezTo>
                    <a:pt x="214938" y="346650"/>
                    <a:pt x="212189" y="343901"/>
                    <a:pt x="208797" y="343901"/>
                  </a:cubicBezTo>
                  <a:lnTo>
                    <a:pt x="12282" y="343901"/>
                  </a:lnTo>
                  <a:lnTo>
                    <a:pt x="12282" y="61411"/>
                  </a:lnTo>
                  <a:lnTo>
                    <a:pt x="42988" y="61411"/>
                  </a:lnTo>
                  <a:lnTo>
                    <a:pt x="42988" y="316880"/>
                  </a:lnTo>
                  <a:cubicBezTo>
                    <a:pt x="42986" y="320272"/>
                    <a:pt x="45735" y="323022"/>
                    <a:pt x="49127" y="323023"/>
                  </a:cubicBezTo>
                  <a:cubicBezTo>
                    <a:pt x="49807" y="323023"/>
                    <a:pt x="50482" y="322911"/>
                    <a:pt x="51125" y="322689"/>
                  </a:cubicBezTo>
                  <a:cubicBezTo>
                    <a:pt x="113607" y="301851"/>
                    <a:pt x="181165" y="301851"/>
                    <a:pt x="243647" y="322689"/>
                  </a:cubicBezTo>
                  <a:cubicBezTo>
                    <a:pt x="243749" y="322712"/>
                    <a:pt x="243851" y="322729"/>
                    <a:pt x="243955" y="322739"/>
                  </a:cubicBezTo>
                  <a:cubicBezTo>
                    <a:pt x="244408" y="322872"/>
                    <a:pt x="244876" y="322950"/>
                    <a:pt x="245349" y="322972"/>
                  </a:cubicBezTo>
                  <a:cubicBezTo>
                    <a:pt x="245447" y="322972"/>
                    <a:pt x="245545" y="323021"/>
                    <a:pt x="245643" y="323021"/>
                  </a:cubicBezTo>
                  <a:cubicBezTo>
                    <a:pt x="245742" y="323021"/>
                    <a:pt x="245797" y="322990"/>
                    <a:pt x="245871" y="322984"/>
                  </a:cubicBezTo>
                  <a:cubicBezTo>
                    <a:pt x="246338" y="322970"/>
                    <a:pt x="246802" y="322900"/>
                    <a:pt x="247252" y="322775"/>
                  </a:cubicBezTo>
                  <a:cubicBezTo>
                    <a:pt x="247351" y="322775"/>
                    <a:pt x="247455" y="322739"/>
                    <a:pt x="247559" y="322708"/>
                  </a:cubicBezTo>
                  <a:lnTo>
                    <a:pt x="247639" y="322708"/>
                  </a:lnTo>
                  <a:cubicBezTo>
                    <a:pt x="310122" y="301869"/>
                    <a:pt x="377680" y="301869"/>
                    <a:pt x="440162" y="322708"/>
                  </a:cubicBezTo>
                  <a:cubicBezTo>
                    <a:pt x="440806" y="322920"/>
                    <a:pt x="441480" y="323026"/>
                    <a:pt x="442158" y="323021"/>
                  </a:cubicBezTo>
                  <a:cubicBezTo>
                    <a:pt x="445550" y="323021"/>
                    <a:pt x="448299" y="320272"/>
                    <a:pt x="448299" y="316880"/>
                  </a:cubicBezTo>
                  <a:lnTo>
                    <a:pt x="448299" y="61411"/>
                  </a:lnTo>
                  <a:lnTo>
                    <a:pt x="479005" y="61411"/>
                  </a:lnTo>
                  <a:close/>
                </a:path>
              </a:pathLst>
            </a:custGeom>
            <a:grpFill/>
            <a:ln w="605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</p:grp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0DF6419-FE78-866D-1CA0-42A9B508D531}"/>
              </a:ext>
            </a:extLst>
          </p:cNvPr>
          <p:cNvSpPr>
            <a:spLocks noGrp="1"/>
          </p:cNvSpPr>
          <p:nvPr userDrawn="1"/>
        </p:nvSpPr>
        <p:spPr>
          <a:xfrm>
            <a:off x="882591" y="1668057"/>
            <a:ext cx="2461598" cy="41439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500" b="1"/>
              <a:t>Certifications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95E35A-A197-6CA5-3938-9B72082AC451}"/>
              </a:ext>
            </a:extLst>
          </p:cNvPr>
          <p:cNvGrpSpPr/>
          <p:nvPr userDrawn="1"/>
        </p:nvGrpSpPr>
        <p:grpSpPr>
          <a:xfrm>
            <a:off x="6749078" y="1272120"/>
            <a:ext cx="4960061" cy="4302381"/>
            <a:chOff x="7074739" y="1233970"/>
            <a:chExt cx="4580715" cy="4302381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A803DB8C-A66F-04D2-2DCC-C683F581018D}"/>
                </a:ext>
              </a:extLst>
            </p:cNvPr>
            <p:cNvSpPr/>
            <p:nvPr/>
          </p:nvSpPr>
          <p:spPr>
            <a:xfrm>
              <a:off x="7074739" y="1233970"/>
              <a:ext cx="2238921" cy="2080184"/>
            </a:xfrm>
            <a:prstGeom prst="roundRect">
              <a:avLst>
                <a:gd name="adj" fmla="val 75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FA8A495B-D4AE-40C1-A399-4467DC188F3E}"/>
                </a:ext>
              </a:extLst>
            </p:cNvPr>
            <p:cNvSpPr/>
            <p:nvPr/>
          </p:nvSpPr>
          <p:spPr>
            <a:xfrm>
              <a:off x="9416532" y="1233970"/>
              <a:ext cx="2238921" cy="2080184"/>
            </a:xfrm>
            <a:prstGeom prst="roundRect">
              <a:avLst>
                <a:gd name="adj" fmla="val 706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21" name="Rounded Rectangle 5">
              <a:extLst>
                <a:ext uri="{FF2B5EF4-FFF2-40B4-BE49-F238E27FC236}">
                  <a16:creationId xmlns:a16="http://schemas.microsoft.com/office/drawing/2014/main" id="{A3D63D31-086E-609E-6CF8-09C418B20434}"/>
                </a:ext>
              </a:extLst>
            </p:cNvPr>
            <p:cNvSpPr/>
            <p:nvPr/>
          </p:nvSpPr>
          <p:spPr>
            <a:xfrm>
              <a:off x="9416533" y="3456167"/>
              <a:ext cx="2238921" cy="2080184"/>
            </a:xfrm>
            <a:prstGeom prst="roundRect">
              <a:avLst>
                <a:gd name="adj" fmla="val 504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bg2"/>
                </a:solidFill>
              </a:endParaRPr>
            </a:p>
          </p:txBody>
        </p:sp>
        <p:sp>
          <p:nvSpPr>
            <p:cNvPr id="22" name="Rounded Rectangle 5">
              <a:extLst>
                <a:ext uri="{FF2B5EF4-FFF2-40B4-BE49-F238E27FC236}">
                  <a16:creationId xmlns:a16="http://schemas.microsoft.com/office/drawing/2014/main" id="{E769DE31-0D62-47D1-E007-E3D8D987645F}"/>
                </a:ext>
              </a:extLst>
            </p:cNvPr>
            <p:cNvSpPr/>
            <p:nvPr/>
          </p:nvSpPr>
          <p:spPr>
            <a:xfrm>
              <a:off x="7074739" y="3456167"/>
              <a:ext cx="2238919" cy="2080184"/>
            </a:xfrm>
            <a:prstGeom prst="roundRect">
              <a:avLst>
                <a:gd name="adj" fmla="val 656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</p:grpSp>
      <p:pic>
        <p:nvPicPr>
          <p:cNvPr id="32" name="Picture 31" descr="A green and white sign  AI-generated content may be incorrect.">
            <a:extLst>
              <a:ext uri="{FF2B5EF4-FFF2-40B4-BE49-F238E27FC236}">
                <a16:creationId xmlns:a16="http://schemas.microsoft.com/office/drawing/2014/main" id="{09755938-2099-67A1-9717-3C171EAC64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b="55857"/>
          <a:stretch>
            <a:fillRect/>
          </a:stretch>
        </p:blipFill>
        <p:spPr>
          <a:xfrm>
            <a:off x="482862" y="4734805"/>
            <a:ext cx="2361771" cy="1494275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50A6066F-BB32-4C9E-0FB5-09BFA9A423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7660" y="2372449"/>
            <a:ext cx="5228340" cy="1403127"/>
          </a:xfrm>
        </p:spPr>
        <p:txBody>
          <a:bodyPr/>
          <a:lstStyle>
            <a:lvl1pPr marL="228600" indent="-228600">
              <a:buClr>
                <a:schemeClr val="accent3"/>
              </a:buClr>
              <a:buFont typeface="Wingdings" pitchFamily="2" charset="2"/>
              <a:buChar char="§"/>
              <a:defRPr sz="1800"/>
            </a:lvl1pPr>
            <a:lvl2pPr marL="6858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11430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3pPr>
            <a:lvl4pPr marL="16002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4pPr>
            <a:lvl5pPr marL="2057400" indent="-228600">
              <a:buClr>
                <a:schemeClr val="accent3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24E44A-CA1F-4203-3F69-0A6D2F87D52C}"/>
              </a:ext>
            </a:extLst>
          </p:cNvPr>
          <p:cNvSpPr txBox="1"/>
          <p:nvPr userDrawn="1"/>
        </p:nvSpPr>
        <p:spPr>
          <a:xfrm>
            <a:off x="3401854" y="6627736"/>
            <a:ext cx="4739403" cy="1797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>
                <a:latin typeface="Open Sans" pitchFamily="2" charset="0"/>
                <a:ea typeface="Open Sans" pitchFamily="2" charset="0"/>
                <a:cs typeface="Open Sans" pitchFamily="2" charset="0"/>
              </a:rPr>
              <a:t>*</a:t>
            </a:r>
            <a:r>
              <a:rPr lang="en-US" sz="1000">
                <a:latin typeface="Open Sans" pitchFamily="2" charset="0"/>
                <a:ea typeface="Open Sans" pitchFamily="2" charset="0"/>
                <a:cs typeface="Open Sans" pitchFamily="2" charset="0"/>
              </a:rPr>
              <a:t> as of  Aug 5, 2025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133A39F-2365-3DA2-29B5-8AC07E23ED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7660" y="4026329"/>
            <a:ext cx="1980043" cy="320146"/>
          </a:xfrm>
        </p:spPr>
        <p:txBody>
          <a:bodyPr anchor="ctr"/>
          <a:lstStyle>
            <a:lvl1pPr marL="0" indent="0">
              <a:buClr>
                <a:schemeClr val="accent3"/>
              </a:buClr>
              <a:buFont typeface="Wingdings" pitchFamily="2" charset="2"/>
              <a:buNone/>
              <a:defRPr sz="1000"/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8AC24DC1-3401-8B62-E422-DD4788F26C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6948" y="3731380"/>
            <a:ext cx="1999251" cy="1598266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6BD4D8A5-923C-D057-F68B-49EAF7CFFE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4680" y="4660371"/>
            <a:ext cx="1999251" cy="553552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D0FAAED9-9E35-29B6-0C56-F1E3982C83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77777" y="3898268"/>
            <a:ext cx="1999251" cy="720146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6000" b="1" kern="1200" dirty="0">
                <a:solidFill>
                  <a:schemeClr val="bg2"/>
                </a:solidFill>
                <a:latin typeface="Sora Bold"/>
                <a:ea typeface="Sora Bold"/>
                <a:cs typeface="Sora Bold"/>
                <a:sym typeface="Sora Bold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5742ABD0-4FC7-993E-86B8-F23DB92527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95811" y="2518063"/>
            <a:ext cx="1999251" cy="553552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51B391B0-1B92-ED36-ADDF-EA26B40EA6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5811" y="1753940"/>
            <a:ext cx="1999251" cy="720146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6000" b="1" kern="1200" dirty="0">
                <a:solidFill>
                  <a:schemeClr val="bg2"/>
                </a:solidFill>
                <a:latin typeface="Sora Bold"/>
                <a:ea typeface="Sora Bold"/>
                <a:cs typeface="Sora Bold"/>
                <a:sym typeface="Sora Bold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2012FCAA-E152-4642-5AC0-8520D6E001D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74680" y="2518063"/>
            <a:ext cx="1999251" cy="553552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1200" b="1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0">
            <a:extLst>
              <a:ext uri="{FF2B5EF4-FFF2-40B4-BE49-F238E27FC236}">
                <a16:creationId xmlns:a16="http://schemas.microsoft.com/office/drawing/2014/main" id="{0FEF4B47-D584-DAE0-855D-00B6E9C202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74680" y="1753940"/>
            <a:ext cx="1999251" cy="720146"/>
          </a:xfrm>
        </p:spPr>
        <p:txBody>
          <a:bodyPr anchor="ctr"/>
          <a:lstStyle>
            <a:lvl1pPr marL="0" indent="0" algn="ctr">
              <a:buClr>
                <a:schemeClr val="accent3"/>
              </a:buClr>
              <a:buFont typeface="Wingdings" pitchFamily="2" charset="2"/>
              <a:buNone/>
              <a:defRPr lang="en-US" sz="6000" b="1" kern="1200" dirty="0">
                <a:solidFill>
                  <a:schemeClr val="bg2"/>
                </a:solidFill>
                <a:latin typeface="Sora Bold"/>
                <a:ea typeface="Sora Bold"/>
                <a:cs typeface="Sora Bold"/>
                <a:sym typeface="Sora Bold"/>
              </a:defRPr>
            </a:lvl1pPr>
            <a:lvl2pPr marL="457200" indent="0">
              <a:buClr>
                <a:schemeClr val="accent3"/>
              </a:buClr>
              <a:buFont typeface="Wingdings" pitchFamily="2" charset="2"/>
              <a:buNone/>
              <a:defRPr sz="1000"/>
            </a:lvl2pPr>
            <a:lvl3pPr marL="914400" indent="0">
              <a:buClr>
                <a:schemeClr val="accent3"/>
              </a:buClr>
              <a:buFont typeface="Wingdings" pitchFamily="2" charset="2"/>
              <a:buNone/>
              <a:defRPr sz="1000"/>
            </a:lvl3pPr>
            <a:lvl4pPr marL="1371600" indent="0">
              <a:buClr>
                <a:schemeClr val="accent3"/>
              </a:buClr>
              <a:buFont typeface="Wingdings" pitchFamily="2" charset="2"/>
              <a:buNone/>
              <a:defRPr sz="1000"/>
            </a:lvl4pPr>
            <a:lvl5pPr marL="1828800" indent="0">
              <a:buClr>
                <a:schemeClr val="accent3"/>
              </a:buClr>
              <a:buFont typeface="Wingdings" pitchFamily="2" charset="2"/>
              <a:buNone/>
              <a:defRPr sz="10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1FEE3EF-1456-6838-9880-D69575EF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86" y="512763"/>
            <a:ext cx="10915912" cy="61287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5065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Now Allia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57AA9D-3594-3C3F-1D84-66A49FFF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575A6-7EE6-C536-D91F-6A6EE5A5DB02}"/>
              </a:ext>
            </a:extLst>
          </p:cNvPr>
          <p:cNvSpPr txBox="1"/>
          <p:nvPr userDrawn="1"/>
        </p:nvSpPr>
        <p:spPr>
          <a:xfrm>
            <a:off x="9153234" y="6435115"/>
            <a:ext cx="2278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© 2026 </a:t>
            </a:r>
            <a:r>
              <a:rPr lang="en-US" sz="800" b="0" i="0" kern="1200" err="1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 sz="800" b="0" i="0" kern="120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C5616F9-730B-E06B-7C19-01ED42EE57AF}"/>
              </a:ext>
            </a:extLst>
          </p:cNvPr>
          <p:cNvSpPr txBox="1">
            <a:spLocks/>
          </p:cNvSpPr>
          <p:nvPr userDrawn="1"/>
        </p:nvSpPr>
        <p:spPr>
          <a:xfrm>
            <a:off x="11506200" y="6475112"/>
            <a:ext cx="184310" cy="139089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900" b="0" i="0" kern="1200">
                <a:solidFill>
                  <a:schemeClr val="accent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24E44A-CA1F-4203-3F69-0A6D2F87D52C}"/>
              </a:ext>
            </a:extLst>
          </p:cNvPr>
          <p:cNvSpPr txBox="1"/>
          <p:nvPr userDrawn="1"/>
        </p:nvSpPr>
        <p:spPr>
          <a:xfrm>
            <a:off x="3401854" y="6627736"/>
            <a:ext cx="4739403" cy="1797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>
                <a:latin typeface="Open Sans" pitchFamily="2" charset="0"/>
                <a:ea typeface="Open Sans" pitchFamily="2" charset="0"/>
                <a:cs typeface="Open Sans" pitchFamily="2" charset="0"/>
              </a:rPr>
              <a:t>*</a:t>
            </a:r>
            <a:r>
              <a:rPr lang="en-US" sz="1000">
                <a:latin typeface="Open Sans" pitchFamily="2" charset="0"/>
                <a:ea typeface="Open Sans" pitchFamily="2" charset="0"/>
                <a:cs typeface="Open Sans" pitchFamily="2" charset="0"/>
              </a:rPr>
              <a:t> as of  Aug 5, 2025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65573E-8B97-E384-2E53-ACE118400256}"/>
              </a:ext>
            </a:extLst>
          </p:cNvPr>
          <p:cNvSpPr>
            <a:spLocks/>
          </p:cNvSpPr>
          <p:nvPr userDrawn="1"/>
        </p:nvSpPr>
        <p:spPr>
          <a:xfrm>
            <a:off x="1087473" y="1320402"/>
            <a:ext cx="10017053" cy="4517019"/>
          </a:xfrm>
          <a:prstGeom prst="roundRect">
            <a:avLst>
              <a:gd name="adj" fmla="val 5803"/>
            </a:avLst>
          </a:prstGeom>
          <a:solidFill>
            <a:schemeClr val="bg2">
              <a:alpha val="20450"/>
            </a:schemeClr>
          </a:solidFill>
          <a:ln>
            <a:noFill/>
          </a:ln>
          <a:scene3d>
            <a:camera prst="orthographicFront"/>
            <a:lightRig rig="soft" dir="t">
              <a:rot lat="0" lon="0" rev="17400000"/>
            </a:lightRig>
          </a:scene3d>
          <a:sp3d>
            <a:bevelT w="254000" h="254000" prst="softRound"/>
            <a:bevelB w="254000" h="254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Aptos" panose="020B00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9FFF1-7049-70DE-2BEB-2D14A53E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86" y="512763"/>
            <a:ext cx="10915912" cy="61287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2220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theme" Target="../theme/theme2.xml"/><Relationship Id="rId22" Type="http://schemas.openxmlformats.org/officeDocument/2006/relationships/image" Target="../media/image2.svg"/><Relationship Id="rId23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82A3F-E47B-4ABE-E5E6-DC075BBD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5201-44C3-5F6C-31B6-3C50F605B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9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4" r:id="rId2"/>
    <p:sldLayoutId id="2147490254" r:id="rId3"/>
    <p:sldLayoutId id="2147490255" r:id="rId4"/>
    <p:sldLayoutId id="2147490256" r:id="rId5"/>
    <p:sldLayoutId id="2147490257" r:id="rId6"/>
    <p:sldLayoutId id="2147483665" r:id="rId7"/>
    <p:sldLayoutId id="2147490252" r:id="rId8"/>
    <p:sldLayoutId id="2147483663" r:id="rId9"/>
    <p:sldLayoutId id="2147490253" r:id="rId10"/>
    <p:sldLayoutId id="214748368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63ECB-B7B5-1C2A-00EA-EC5DFF303ED0}"/>
              </a:ext>
            </a:extLst>
          </p:cNvPr>
          <p:cNvSpPr/>
          <p:nvPr userDrawn="1"/>
        </p:nvSpPr>
        <p:spPr>
          <a:xfrm>
            <a:off x="0" y="6227175"/>
            <a:ext cx="12192000" cy="630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82A3F-E47B-4ABE-E5E6-DC075BBD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5840"/>
            <a:ext cx="108204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5201-44C3-5F6C-31B6-3C50F605B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079305"/>
            <a:ext cx="10820400" cy="37728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49F343-E84F-27D5-556A-D6687FDA8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1172" y="6477579"/>
            <a:ext cx="3075873" cy="13664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800" b="0" i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© 2025 </a:t>
            </a:r>
            <a:r>
              <a:rPr lang="en-US" err="1">
                <a:latin typeface="Open Sans" pitchFamily="2" charset="0"/>
                <a:ea typeface="Open Sans" pitchFamily="2" charset="0"/>
                <a:cs typeface="Open Sans" pitchFamily="2" charset="0"/>
              </a:rPr>
              <a:t>KeenStack</a:t>
            </a:r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. All Rights Reserved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4F703E-C31F-8011-5D63-C8B092656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1889" y="6475112"/>
            <a:ext cx="184310" cy="13908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 b="0" i="0">
                <a:solidFill>
                  <a:schemeClr val="accent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107EAEC1-8A8C-CB4C-B2C5-009DD6E17C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7E79EF-652C-C746-CE7C-B7E6337C3D10}"/>
              </a:ext>
            </a:extLst>
          </p:cNvPr>
          <p:cNvCxnSpPr>
            <a:cxnSpLocks/>
          </p:cNvCxnSpPr>
          <p:nvPr userDrawn="1"/>
        </p:nvCxnSpPr>
        <p:spPr>
          <a:xfrm>
            <a:off x="685800" y="6227175"/>
            <a:ext cx="108204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695FE0E9-17A7-A27B-59AD-285A3795D9B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685799" y="6442624"/>
            <a:ext cx="1371600" cy="2057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CEB080-4853-D583-7C8B-03302501DC86}"/>
              </a:ext>
            </a:extLst>
          </p:cNvPr>
          <p:cNvCxnSpPr>
            <a:cxnSpLocks/>
          </p:cNvCxnSpPr>
          <p:nvPr userDrawn="1"/>
        </p:nvCxnSpPr>
        <p:spPr>
          <a:xfrm>
            <a:off x="11291197" y="6475112"/>
            <a:ext cx="0" cy="139089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1" name="Picture 10" descr="A black and white striped background  Description automatically generated">
            <a:extLst>
              <a:ext uri="{FF2B5EF4-FFF2-40B4-BE49-F238E27FC236}">
                <a16:creationId xmlns:a16="http://schemas.microsoft.com/office/drawing/2014/main" id="{5FAA17FB-048E-F447-B7A2-5A40E4C2E9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 cstate="screen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24" r="-7706"/>
          <a:stretch/>
        </p:blipFill>
        <p:spPr>
          <a:xfrm>
            <a:off x="0" y="-1"/>
            <a:ext cx="12262766" cy="75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7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0250" r:id="rId1"/>
    <p:sldLayoutId id="2147490249" r:id="rId2"/>
    <p:sldLayoutId id="2147490251" r:id="rId3"/>
    <p:sldLayoutId id="2147483654" r:id="rId4"/>
    <p:sldLayoutId id="2147483679" r:id="rId5"/>
    <p:sldLayoutId id="2147490258" r:id="rId6"/>
    <p:sldLayoutId id="2147483677" r:id="rId7"/>
    <p:sldLayoutId id="2147483678" r:id="rId8"/>
    <p:sldLayoutId id="2147483655" r:id="rId9"/>
    <p:sldLayoutId id="2147483680" r:id="rId10"/>
    <p:sldLayoutId id="2147483682" r:id="rId11"/>
    <p:sldLayoutId id="2147483685" r:id="rId12"/>
    <p:sldLayoutId id="2147483686" r:id="rId13"/>
    <p:sldLayoutId id="2147483687" r:id="rId14"/>
    <p:sldLayoutId id="2147483688" r:id="rId15"/>
    <p:sldLayoutId id="2147490259" r:id="rId16"/>
    <p:sldLayoutId id="2147490260" r:id="rId17"/>
    <p:sldLayoutId id="2147490261" r:id="rId18"/>
    <p:sldLayoutId id="2147490262" r:id="rId19"/>
    <p:sldLayoutId id="2147490263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C80FCD-87B7-D24A-A890-441A0D756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74" y="2148396"/>
            <a:ext cx="5124704" cy="1998176"/>
          </a:xfrm>
        </p:spPr>
        <p:txBody>
          <a:bodyPr wrap="square" anchor="t">
            <a:spAutoFit/>
          </a:bodyPr>
          <a:lstStyle/>
          <a:p>
            <a:pPr>
              <a:defRPr sz="3400" b="1">
                <a:solidFill>
                  <a:srgbClr val="091F38"/>
                </a:solidFill>
                <a:latin typeface="Aptos"/>
              </a:defRPr>
            </a:pPr>
            <a:r>
              <a:t>StackUp 2026</a:t>
            </a:r>
            <a:br/>
            <a:br/>
            <a:r>
              <a:t>Team - Data Sorters</a:t>
            </a:r>
          </a:p>
        </p:txBody>
      </p:sp>
      <p:pic>
        <p:nvPicPr>
          <p:cNvPr id="10" name="Picture 9" descr="A person and person in a blue and white diamond shaped box  Description automatically generated">
            <a:extLst>
              <a:ext uri="{FF2B5EF4-FFF2-40B4-BE49-F238E27FC236}">
                <a16:creationId xmlns:a16="http://schemas.microsoft.com/office/drawing/2014/main" id="{880B4FB9-8E07-9CFD-63AD-1207F897A0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6256" y="817335"/>
            <a:ext cx="7150444" cy="42959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A981BFC-BE99-9974-962E-71332B4E2551}"/>
              </a:ext>
            </a:extLst>
          </p:cNvPr>
          <p:cNvSpPr/>
          <p:nvPr/>
        </p:nvSpPr>
        <p:spPr>
          <a:xfrm>
            <a:off x="0" y="6568440"/>
            <a:ext cx="12192000" cy="2895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6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F9CE-6A2A-F3ED-0FD3-40415C14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12419-26E7-ED11-89CC-A1903507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7EAEC1-8A8C-CB4C-B2C5-009DD6E17CB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20C8A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0C8A0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61E37-6F97-9FE6-5652-1D8A27B15A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CF1F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© 2026 KeenStack. All Rights Reserved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7B622D9-88C4-3869-6A62-B20A04FBE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27" y="243775"/>
            <a:ext cx="10820397" cy="457200"/>
          </a:xfrm>
        </p:spPr>
        <p:txBody>
          <a:bodyPr wrap="square"/>
          <a:lstStyle/>
          <a:p>
            <a:pPr>
              <a:defRPr sz="3000" b="1">
                <a:solidFill>
                  <a:srgbClr val="091F38"/>
                </a:solidFill>
                <a:latin typeface="Aptos"/>
              </a:defRPr>
            </a:pPr>
            <a:r>
              <a:t>Problem &amp; Vision</a:t>
            </a:r>
            <a:endParaRPr lang="en-US" sz="4000">
              <a:solidFill>
                <a:srgbClr val="20C8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51C4D-A48F-FA68-E66E-F21189832B2B}"/>
              </a:ext>
            </a:extLst>
          </p:cNvPr>
          <p:cNvSpPr txBox="1"/>
          <p:nvPr/>
        </p:nvSpPr>
        <p:spPr>
          <a:xfrm>
            <a:off x="494727" y="1313210"/>
            <a:ext cx="111965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" y="822960"/>
            <a:ext cx="9052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ptos"/>
              </a:defRPr>
            </a:pPr>
            <a:r>
              <a:t>CMDB duplicates are not just cleanup work — they are identity governance failures.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417320"/>
            <a:ext cx="33375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417320"/>
            <a:ext cx="73152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554480"/>
            <a:ext cx="304495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What breaks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920240"/>
            <a:ext cx="30449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50" b="0">
                <a:solidFill>
                  <a:srgbClr val="475569"/>
                </a:solidFill>
                <a:latin typeface="Aptos"/>
              </a:defRPr>
            </a:pPr>
            <a:r>
              <a:t>Weak identifiers, placeholder values, stale records, and conflicting sources create duplicate CIs that stewards must reconcile manually after the damage is already trusted.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417320"/>
            <a:ext cx="33375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4173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554480"/>
            <a:ext cx="304495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Our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1920240"/>
            <a:ext cx="30449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50" b="0">
                <a:solidFill>
                  <a:srgbClr val="475569"/>
                </a:solidFill>
                <a:latin typeface="Aptos"/>
              </a:defRPr>
            </a:pPr>
            <a:r>
              <a:t>Data Sorters Identity Guard detects likely duplicates, explains the evidence, separates noisy data-quality clusters, and recommends safer identity guardrails before remediation.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417320"/>
            <a:ext cx="29260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417320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554480"/>
            <a:ext cx="26334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Why ServiceNow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1920240"/>
            <a:ext cx="263347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50" b="0">
                <a:solidFill>
                  <a:srgbClr val="475569"/>
                </a:solidFill>
                <a:latin typeface="Aptos"/>
              </a:defRPr>
            </a:pPr>
            <a:r>
              <a:t>Now Assist Skill Kit writes grounded summaries, limitations, recommended actions, confidence, and IRE-style guardrail recommendations back into scoped records.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03320"/>
            <a:ext cx="10058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58768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Aptos"/>
              </a:defRPr>
            </a:pPr>
            <a:r>
              <a:t>70 scoped source CIs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858768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Aptos"/>
              </a:defRPr>
            </a:pPr>
            <a:r>
              <a:t>11 duplicate 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858768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200" b="1">
                <a:solidFill>
                  <a:srgbClr val="16A34A"/>
                </a:solidFill>
                <a:latin typeface="Aptos"/>
              </a:defRPr>
            </a:pPr>
            <a:r>
              <a:t>3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794760"/>
            <a:ext cx="2240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ptos"/>
              </a:defRPr>
            </a:pPr>
            <a:r>
              <a:t>Every recommendation requires human review before trust/remediation.</a:t>
            </a:r>
          </a:p>
        </p:txBody>
      </p:sp>
    </p:spTree>
    <p:extLst>
      <p:ext uri="{BB962C8B-B14F-4D97-AF65-F5344CB8AC3E}">
        <p14:creationId xmlns:p14="http://schemas.microsoft.com/office/powerpoint/2010/main" val="157966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1761-6E56-C566-B062-EBCCBBCF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E28EB-A0B9-F12F-C6F3-5470E094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7EAEC1-8A8C-CB4C-B2C5-009DD6E17CB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20C8A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0C8A0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6E954-B19D-7683-E153-5BC7C4CFEC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CF1F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© 2026 KeenStack. All Rights Reserved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81FF859-0337-C09C-C02A-9CF07347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27" y="243775"/>
            <a:ext cx="10820397" cy="457200"/>
          </a:xfrm>
        </p:spPr>
        <p:txBody>
          <a:bodyPr wrap="square"/>
          <a:lstStyle/>
          <a:p>
            <a:pPr>
              <a:defRPr sz="3000" b="1">
                <a:solidFill>
                  <a:srgbClr val="091F38"/>
                </a:solidFill>
                <a:latin typeface="Aptos"/>
              </a:defRPr>
            </a:pPr>
            <a:r>
              <a:t>Architecture &amp; Business Value</a:t>
            </a:r>
            <a:endParaRPr lang="en-US" sz="4000">
              <a:solidFill>
                <a:srgbClr val="20C8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77209-15D2-CF42-2BFE-2D935DE4921E}"/>
              </a:ext>
            </a:extLst>
          </p:cNvPr>
          <p:cNvSpPr txBox="1"/>
          <p:nvPr/>
        </p:nvSpPr>
        <p:spPr>
          <a:xfrm>
            <a:off x="494727" y="1096672"/>
            <a:ext cx="111421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" y="804672"/>
            <a:ext cx="89611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ServiceNow remains the system of record; the external UI is a thin steward workbench.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554480"/>
            <a:ext cx="1673351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Source CI / CMDB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920240"/>
            <a:ext cx="1673351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50" b="0">
                <a:solidFill>
                  <a:srgbClr val="475569"/>
                </a:solidFill>
                <a:latin typeface="Aptos"/>
              </a:defRPr>
            </a:pPr>
            <a:r>
              <a:t>class-scoped, DATA_SORTERS 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901952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41732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41732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1554480"/>
            <a:ext cx="1673351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Deterministic 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1920240"/>
            <a:ext cx="1673351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50" b="0">
                <a:solidFill>
                  <a:srgbClr val="475569"/>
                </a:solidFill>
                <a:latin typeface="Aptos"/>
              </a:defRPr>
            </a:pPr>
            <a:r>
              <a:t>fingerprints + idempotent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901952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41732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141732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1554480"/>
            <a:ext cx="1673351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Now Assist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1920240"/>
            <a:ext cx="1673351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50" b="0">
                <a:solidFill>
                  <a:srgbClr val="475569"/>
                </a:solidFill>
                <a:latin typeface="Aptos"/>
              </a:defRPr>
            </a:pPr>
            <a:r>
              <a:t>AI summary + limitations +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01952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41732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14173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1" y="1554480"/>
            <a:ext cx="1673351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Steward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1920240"/>
            <a:ext cx="1673351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50" b="0">
                <a:solidFill>
                  <a:srgbClr val="475569"/>
                </a:solidFill>
                <a:latin typeface="Aptos"/>
              </a:defRPr>
            </a:pPr>
            <a:r>
              <a:t>accept / reject / defer / needs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1901952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41732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417320"/>
            <a:ext cx="73152" cy="1325880"/>
          </a:xfrm>
          <a:prstGeom prst="rect">
            <a:avLst/>
          </a:prstGeom>
          <a:solidFill>
            <a:srgbClr val="09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1554480"/>
            <a:ext cx="1673351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Scoped 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1920240"/>
            <a:ext cx="1673351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50" b="0">
                <a:solidFill>
                  <a:srgbClr val="475569"/>
                </a:solidFill>
                <a:latin typeface="Aptos"/>
              </a:defRPr>
            </a:pPr>
            <a:r>
              <a:t>enrich master + hide duplicates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246120"/>
            <a:ext cx="3154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32461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3383279"/>
            <a:ext cx="2862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"/>
              </a:defRPr>
            </a:pPr>
            <a:r>
              <a:t>Technical completeness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3749039"/>
            <a:ext cx="2862072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ptos"/>
              </a:defRPr>
            </a:pPr>
            <a:r>
              <a:t>Scoped tables, Scripted REST API, server-side proxy, latest-run filtering, idempotent fingerprints, Now Assist Skill Kit flow, and decision audit fields.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3246120"/>
            <a:ext cx="3154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7639" y="324612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1" y="3383279"/>
            <a:ext cx="2862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2231" y="3749039"/>
            <a:ext cx="2862072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ptos"/>
              </a:defRPr>
            </a:pPr>
            <a:r>
              <a:t>Cuts duplicate triage time, prevents unsafe merges, improves CMDB trust, and gives stewards explainable evidence instead of raw comparison lists.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3246120"/>
            <a:ext cx="3154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2461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25512" y="3383279"/>
            <a:ext cx="2862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ptos"/>
              </a:defRPr>
            </a:pPr>
            <a:r>
              <a:t>Governance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3749039"/>
            <a:ext cx="2862072" cy="7315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Aptos"/>
              </a:defRPr>
            </a:pPr>
            <a:r>
              <a:t>No global cmdb_ci writes. Source CI behaves as a safe shadow CMDB.list where accepted remediation is simulated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128733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4688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ora"/>
              </a:rPr>
              <a:t>Thank </a:t>
            </a:r>
            <a:r>
              <a:rPr sz="5400" b="1" i="0">
                <a:solidFill>
                  <a:srgbClr val="20C9A0"/>
                </a:solidFill>
                <a:latin typeface="Sora"/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ial Use Pages">
  <a:themeElements>
    <a:clrScheme name="KeenStack">
      <a:dk1>
        <a:srgbClr val="112045"/>
      </a:dk1>
      <a:lt1>
        <a:srgbClr val="ECF0F7"/>
      </a:lt1>
      <a:dk2>
        <a:srgbClr val="000000"/>
      </a:dk2>
      <a:lt2>
        <a:srgbClr val="FFFFFF"/>
      </a:lt2>
      <a:accent1>
        <a:srgbClr val="112145"/>
      </a:accent1>
      <a:accent2>
        <a:srgbClr val="ECF1F7"/>
      </a:accent2>
      <a:accent3>
        <a:srgbClr val="20C8A0"/>
      </a:accent3>
      <a:accent4>
        <a:srgbClr val="153BA7"/>
      </a:accent4>
      <a:accent5>
        <a:srgbClr val="000000"/>
      </a:accent5>
      <a:accent6>
        <a:srgbClr val="FFFFFF"/>
      </a:accent6>
      <a:hlink>
        <a:srgbClr val="153BA7"/>
      </a:hlink>
      <a:folHlink>
        <a:srgbClr val="112045"/>
      </a:folHlink>
    </a:clrScheme>
    <a:fontScheme name="Sora">
      <a:majorFont>
        <a:latin typeface="Sora"/>
        <a:ea typeface=""/>
        <a:cs typeface=""/>
      </a:majorFont>
      <a:minorFont>
        <a:latin typeface="So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Pages">
  <a:themeElements>
    <a:clrScheme name="KeenStack">
      <a:dk1>
        <a:srgbClr val="112045"/>
      </a:dk1>
      <a:lt1>
        <a:srgbClr val="ECF0F7"/>
      </a:lt1>
      <a:dk2>
        <a:srgbClr val="000000"/>
      </a:dk2>
      <a:lt2>
        <a:srgbClr val="FFFFFF"/>
      </a:lt2>
      <a:accent1>
        <a:srgbClr val="112145"/>
      </a:accent1>
      <a:accent2>
        <a:srgbClr val="ECF1F7"/>
      </a:accent2>
      <a:accent3>
        <a:srgbClr val="20C8A0"/>
      </a:accent3>
      <a:accent4>
        <a:srgbClr val="153BA7"/>
      </a:accent4>
      <a:accent5>
        <a:srgbClr val="000000"/>
      </a:accent5>
      <a:accent6>
        <a:srgbClr val="FFFFFF"/>
      </a:accent6>
      <a:hlink>
        <a:srgbClr val="153BA7"/>
      </a:hlink>
      <a:folHlink>
        <a:srgbClr val="112045"/>
      </a:folHlink>
    </a:clrScheme>
    <a:fontScheme name="Sora">
      <a:majorFont>
        <a:latin typeface="Sora"/>
        <a:ea typeface=""/>
        <a:cs typeface=""/>
      </a:majorFont>
      <a:minorFont>
        <a:latin typeface="So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8A681A198CE49B506127E145C338B" ma:contentTypeVersion="18" ma:contentTypeDescription="Create a new document." ma:contentTypeScope="" ma:versionID="6890dc05a4cd7a958d98b3dfa249acfb">
  <xsd:schema xmlns:xsd="http://www.w3.org/2001/XMLSchema" xmlns:xs="http://www.w3.org/2001/XMLSchema" xmlns:p="http://schemas.microsoft.com/office/2006/metadata/properties" xmlns:ns1="http://schemas.microsoft.com/sharepoint/v3" xmlns:ns2="22413639-5697-482c-b7bb-e04906986a73" xmlns:ns3="a924370c-fc62-407f-b90c-d93bf7e90cd9" targetNamespace="http://schemas.microsoft.com/office/2006/metadata/properties" ma:root="true" ma:fieldsID="0eeee2e4eb8341728e11ab3caba7f16e" ns1:_="" ns2:_="" ns3:_="">
    <xsd:import namespace="http://schemas.microsoft.com/sharepoint/v3"/>
    <xsd:import namespace="22413639-5697-482c-b7bb-e04906986a73"/>
    <xsd:import namespace="a924370c-fc62-407f-b90c-d93bf7e90c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Author0" minOccurs="0"/>
                <xsd:element ref="ns1:_ip_UnifiedCompliancePolicyProperties" minOccurs="0"/>
                <xsd:element ref="ns1:_ip_UnifiedCompliancePolicyUIAction" minOccurs="0"/>
                <xsd:element ref="ns2:Order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413639-5697-482c-b7bb-e04906986a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e7903fd-dfa9-4c3e-80d3-b135a969a4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Author0" ma:index="22" nillable="true" ma:displayName="Author" ma:format="Dropdown" ma:list="UserInfo" ma:SharePointGroup="0" ma:internalName="Author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rder0" ma:index="25" nillable="true" ma:displayName="Order" ma:format="Dropdown" ma:internalName="Order0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4370c-fc62-407f-b90c-d93bf7e90cd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ca3e37-ec48-4959-83d9-40e9ae44b78f}" ma:internalName="TaxCatchAll" ma:showField="CatchAllData" ma:web="a924370c-fc62-407f-b90c-d93bf7e90c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413639-5697-482c-b7bb-e04906986a73">
      <Terms xmlns="http://schemas.microsoft.com/office/infopath/2007/PartnerControls"/>
    </lcf76f155ced4ddcb4097134ff3c332f>
    <TaxCatchAll xmlns="a924370c-fc62-407f-b90c-d93bf7e90cd9" xsi:nil="true"/>
    <_ip_UnifiedCompliancePolicyUIAction xmlns="http://schemas.microsoft.com/sharepoint/v3" xsi:nil="true"/>
    <Order0 xmlns="22413639-5697-482c-b7bb-e04906986a73" xsi:nil="true"/>
    <Author0 xmlns="22413639-5697-482c-b7bb-e04906986a73">
      <UserInfo>
        <DisplayName/>
        <AccountId xsi:nil="true"/>
        <AccountType/>
      </UserInfo>
    </Author0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30BB809-624E-4D49-97EF-1B3AC74560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C33FE5-90AD-40BF-8522-D6888562052B}">
  <ds:schemaRefs>
    <ds:schemaRef ds:uri="22413639-5697-482c-b7bb-e04906986a73"/>
    <ds:schemaRef ds:uri="a924370c-fc62-407f-b90c-d93bf7e90c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D99816-5B2A-41D4-8C2A-F28693E6EE3E}">
  <ds:schemaRefs>
    <ds:schemaRef ds:uri="22413639-5697-482c-b7bb-e04906986a73"/>
    <ds:schemaRef ds:uri="a924370c-fc62-407f-b90c-d93bf7e90c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609037e-cfa0-4861-9b20-bd0c65b4df50}" enabled="0" method="" siteId="{0609037e-cfa0-4861-9b20-bd0c65b4df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Special Use Pages</vt:lpstr>
      <vt:lpstr>Content Pages</vt:lpstr>
      <vt:lpstr>StackUp 2026  &lt;Team Name&gt; </vt:lpstr>
      <vt:lpstr>The Problem &amp; The Vision</vt:lpstr>
      <vt:lpstr>Tech Architecture &amp; Business Value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Carmigiano</dc:creator>
  <cp:revision>3</cp:revision>
  <dcterms:created xsi:type="dcterms:W3CDTF">2024-12-18T19:33:14Z</dcterms:created>
  <dcterms:modified xsi:type="dcterms:W3CDTF">2026-07-21T01:44:16Z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0x0101002F38A681A198CE49B506127E145C338B</vt:lpwstr>
  </property>
  <property fmtid="{D5CDD505-2E9C-101B-9397-08002B2CF9AE}" pid="3" name="MediaServiceImageTags">
    <vt:lpwstr/>
  </property>
</Properties>
</file>